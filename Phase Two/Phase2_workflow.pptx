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C9A37-E7CA-42EA-A3B0-3583950DA262}" v="3" dt="2025-03-01T21:30:56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ud muhammad" userId="2333e09a6bf37b68" providerId="LiveId" clId="{B8B1B606-371F-4277-8446-404A4607F83D}"/>
    <pc:docChg chg="custSel modSld">
      <pc:chgData name="mahmud muhammad" userId="2333e09a6bf37b68" providerId="LiveId" clId="{B8B1B606-371F-4277-8446-404A4607F83D}" dt="2025-02-23T05:16:09.046" v="638" actId="14100"/>
      <pc:docMkLst>
        <pc:docMk/>
      </pc:docMkLst>
      <pc:sldChg chg="addSp delSp modSp mod">
        <pc:chgData name="mahmud muhammad" userId="2333e09a6bf37b68" providerId="LiveId" clId="{B8B1B606-371F-4277-8446-404A4607F83D}" dt="2025-02-23T05:16:09.046" v="638" actId="14100"/>
        <pc:sldMkLst>
          <pc:docMk/>
          <pc:sldMk cId="1943289653" sldId="256"/>
        </pc:sldMkLst>
        <pc:graphicFrameChg chg="mod modGraphic">
          <ac:chgData name="mahmud muhammad" userId="2333e09a6bf37b68" providerId="LiveId" clId="{B8B1B606-371F-4277-8446-404A4607F83D}" dt="2025-02-23T05:13:40.080" v="618"/>
          <ac:graphicFrameMkLst>
            <pc:docMk/>
            <pc:sldMk cId="1943289653" sldId="256"/>
            <ac:graphicFrameMk id="4" creationId="{DF6798A9-E9B8-3913-EFB9-17B8B03B4193}"/>
          </ac:graphicFrameMkLst>
        </pc:graphicFrameChg>
        <pc:cxnChg chg="add">
          <ac:chgData name="mahmud muhammad" userId="2333e09a6bf37b68" providerId="LiveId" clId="{B8B1B606-371F-4277-8446-404A4607F83D}" dt="2025-02-23T05:13:24.463" v="616" actId="11529"/>
          <ac:cxnSpMkLst>
            <pc:docMk/>
            <pc:sldMk cId="1943289653" sldId="256"/>
            <ac:cxnSpMk id="3" creationId="{BEF665E6-BCC8-A676-41FD-C809C19EAB20}"/>
          </ac:cxnSpMkLst>
        </pc:cxnChg>
        <pc:cxnChg chg="add mod">
          <ac:chgData name="mahmud muhammad" userId="2333e09a6bf37b68" providerId="LiveId" clId="{B8B1B606-371F-4277-8446-404A4607F83D}" dt="2025-02-23T05:16:09.046" v="638" actId="14100"/>
          <ac:cxnSpMkLst>
            <pc:docMk/>
            <pc:sldMk cId="1943289653" sldId="256"/>
            <ac:cxnSpMk id="8" creationId="{4ACE3406-E007-A9D2-E4F6-BB47B5518D50}"/>
          </ac:cxnSpMkLst>
        </pc:cxnChg>
      </pc:sldChg>
    </pc:docChg>
  </pc:docChgLst>
  <pc:docChgLst>
    <pc:chgData name="mahmud muhammad" userId="2333e09a6bf37b68" providerId="LiveId" clId="{358C9A37-E7CA-42EA-A3B0-3583950DA262}"/>
    <pc:docChg chg="undo redo custSel addSld delSld modSld">
      <pc:chgData name="mahmud muhammad" userId="2333e09a6bf37b68" providerId="LiveId" clId="{358C9A37-E7CA-42EA-A3B0-3583950DA262}" dt="2025-03-01T21:30:56.349" v="687"/>
      <pc:docMkLst>
        <pc:docMk/>
      </pc:docMkLst>
      <pc:sldChg chg="addSp delSp modSp new mod setBg modClrScheme chgLayout">
        <pc:chgData name="mahmud muhammad" userId="2333e09a6bf37b68" providerId="LiveId" clId="{358C9A37-E7CA-42EA-A3B0-3583950DA262}" dt="2025-02-03T01:09:09.879" v="679" actId="12100"/>
        <pc:sldMkLst>
          <pc:docMk/>
          <pc:sldMk cId="1943289653" sldId="256"/>
        </pc:sldMkLst>
        <pc:graphicFrameChg chg="add mod modGraphic">
          <ac:chgData name="mahmud muhammad" userId="2333e09a6bf37b68" providerId="LiveId" clId="{358C9A37-E7CA-42EA-A3B0-3583950DA262}" dt="2025-02-03T01:09:09.879" v="679" actId="12100"/>
          <ac:graphicFrameMkLst>
            <pc:docMk/>
            <pc:sldMk cId="1943289653" sldId="256"/>
            <ac:graphicFrameMk id="4" creationId="{DF6798A9-E9B8-3913-EFB9-17B8B03B4193}"/>
          </ac:graphicFrameMkLst>
        </pc:graphicFrameChg>
      </pc:sldChg>
      <pc:sldChg chg="addSp delSp modSp new mod modClrScheme chgLayout">
        <pc:chgData name="mahmud muhammad" userId="2333e09a6bf37b68" providerId="LiveId" clId="{358C9A37-E7CA-42EA-A3B0-3583950DA262}" dt="2025-02-02T23:11:40.243" v="678" actId="207"/>
        <pc:sldMkLst>
          <pc:docMk/>
          <pc:sldMk cId="910034794" sldId="257"/>
        </pc:sldMkLst>
        <pc:spChg chg="mod ord">
          <ac:chgData name="mahmud muhammad" userId="2333e09a6bf37b68" providerId="LiveId" clId="{358C9A37-E7CA-42EA-A3B0-3583950DA262}" dt="2025-02-02T23:09:48.698" v="648" actId="700"/>
          <ac:spMkLst>
            <pc:docMk/>
            <pc:sldMk cId="910034794" sldId="257"/>
            <ac:spMk id="2" creationId="{3B80D38A-2280-CD14-700A-235293585D9B}"/>
          </ac:spMkLst>
        </pc:spChg>
        <pc:spChg chg="add mod ord">
          <ac:chgData name="mahmud muhammad" userId="2333e09a6bf37b68" providerId="LiveId" clId="{358C9A37-E7CA-42EA-A3B0-3583950DA262}" dt="2025-02-02T23:11:40.243" v="678" actId="207"/>
          <ac:spMkLst>
            <pc:docMk/>
            <pc:sldMk cId="910034794" sldId="257"/>
            <ac:spMk id="4" creationId="{C54D9159-875A-D661-68AD-D515A0CC6B22}"/>
          </ac:spMkLst>
        </pc:spChg>
      </pc:sldChg>
      <pc:sldChg chg="addSp new del">
        <pc:chgData name="mahmud muhammad" userId="2333e09a6bf37b68" providerId="LiveId" clId="{358C9A37-E7CA-42EA-A3B0-3583950DA262}" dt="2025-02-02T22:08:49.669" v="464" actId="2696"/>
        <pc:sldMkLst>
          <pc:docMk/>
          <pc:sldMk cId="4069843483" sldId="257"/>
        </pc:sldMkLst>
      </pc:sldChg>
      <pc:sldChg chg="addSp delSp modSp new mod">
        <pc:chgData name="mahmud muhammad" userId="2333e09a6bf37b68" providerId="LiveId" clId="{358C9A37-E7CA-42EA-A3B0-3583950DA262}" dt="2025-03-01T21:30:56.349" v="687"/>
        <pc:sldMkLst>
          <pc:docMk/>
          <pc:sldMk cId="1546299637" sldId="258"/>
        </pc:sldMkLst>
        <pc:picChg chg="add del">
          <ac:chgData name="mahmud muhammad" userId="2333e09a6bf37b68" providerId="LiveId" clId="{358C9A37-E7CA-42EA-A3B0-3583950DA262}" dt="2025-03-01T21:30:31.119" v="682" actId="478"/>
          <ac:picMkLst>
            <pc:docMk/>
            <pc:sldMk cId="1546299637" sldId="258"/>
            <ac:picMk id="2" creationId="{3DB72798-5689-A001-3C58-1A65616A3B89}"/>
          </ac:picMkLst>
        </pc:picChg>
        <pc:picChg chg="add del mod modCrop">
          <ac:chgData name="mahmud muhammad" userId="2333e09a6bf37b68" providerId="LiveId" clId="{358C9A37-E7CA-42EA-A3B0-3583950DA262}" dt="2025-03-01T21:30:53.644" v="686" actId="21"/>
          <ac:picMkLst>
            <pc:docMk/>
            <pc:sldMk cId="1546299637" sldId="258"/>
            <ac:picMk id="3" creationId="{963EFAA6-F97E-78CB-3068-58EDFD68571A}"/>
          </ac:picMkLst>
        </pc:picChg>
        <pc:picChg chg="add">
          <ac:chgData name="mahmud muhammad" userId="2333e09a6bf37b68" providerId="LiveId" clId="{358C9A37-E7CA-42EA-A3B0-3583950DA262}" dt="2025-03-01T21:30:56.349" v="687"/>
          <ac:picMkLst>
            <pc:docMk/>
            <pc:sldMk cId="1546299637" sldId="258"/>
            <ac:picMk id="4" creationId="{19D5672F-1A4E-651D-DBB3-E6CEC8DBC0D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C4DD49-C0F7-4F9A-BE04-CA08E55E64CC}" type="doc">
      <dgm:prSet loTypeId="urn:microsoft.com/office/officeart/2005/8/layout/hierarchy6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CA"/>
        </a:p>
      </dgm:t>
    </dgm:pt>
    <dgm:pt modelId="{C6E2A6CD-6711-4EC6-9A96-7F35B2F7F3D1}">
      <dgm:prSet phldrT="[Text]" custT="1"/>
      <dgm:spPr/>
      <dgm:t>
        <a:bodyPr/>
        <a:lstStyle/>
        <a:p>
          <a:r>
            <a:rPr lang="en-US" sz="800" dirty="0"/>
            <a:t>Extract VONA Message (Time, Location and Column Height)</a:t>
          </a:r>
          <a:endParaRPr lang="en-CA" sz="800" dirty="0"/>
        </a:p>
      </dgm:t>
    </dgm:pt>
    <dgm:pt modelId="{36633AC7-7384-4BDD-B099-6AB601653328}" type="parTrans" cxnId="{0A63F87C-9268-44DF-B758-C2677A2ED8D5}">
      <dgm:prSet/>
      <dgm:spPr/>
      <dgm:t>
        <a:bodyPr/>
        <a:lstStyle/>
        <a:p>
          <a:endParaRPr lang="en-CA"/>
        </a:p>
      </dgm:t>
    </dgm:pt>
    <dgm:pt modelId="{B453E208-50C3-4671-B53B-1A93293FD59F}" type="sibTrans" cxnId="{0A63F87C-9268-44DF-B758-C2677A2ED8D5}">
      <dgm:prSet/>
      <dgm:spPr/>
      <dgm:t>
        <a:bodyPr/>
        <a:lstStyle/>
        <a:p>
          <a:endParaRPr lang="en-CA"/>
        </a:p>
      </dgm:t>
    </dgm:pt>
    <dgm:pt modelId="{52F723C7-B6E6-4C1C-A4C4-EC4ADC7A0A38}">
      <dgm:prSet phldrT="[Text]" custT="1"/>
      <dgm:spPr/>
      <dgm:t>
        <a:bodyPr/>
        <a:lstStyle/>
        <a:p>
          <a:r>
            <a:rPr lang="en-US" sz="800" dirty="0"/>
            <a:t>Extract VONA Message in real-time</a:t>
          </a:r>
          <a:endParaRPr lang="en-CA" sz="800" dirty="0"/>
        </a:p>
      </dgm:t>
    </dgm:pt>
    <dgm:pt modelId="{EC151CD9-903D-4C9C-9821-AA17C995926B}" type="parTrans" cxnId="{343CC57E-6B34-40AD-AEA7-B4543C535CBA}">
      <dgm:prSet/>
      <dgm:spPr/>
      <dgm:t>
        <a:bodyPr/>
        <a:lstStyle/>
        <a:p>
          <a:endParaRPr lang="en-CA"/>
        </a:p>
      </dgm:t>
    </dgm:pt>
    <dgm:pt modelId="{0537C763-5772-4FB1-8E44-856A5A5CE5D6}" type="sibTrans" cxnId="{343CC57E-6B34-40AD-AEA7-B4543C535CBA}">
      <dgm:prSet/>
      <dgm:spPr/>
      <dgm:t>
        <a:bodyPr/>
        <a:lstStyle/>
        <a:p>
          <a:endParaRPr lang="en-CA"/>
        </a:p>
      </dgm:t>
    </dgm:pt>
    <dgm:pt modelId="{2DE5520F-66AA-4E03-AB8A-62AB8D5263D5}">
      <dgm:prSet phldrT="[Text]" custT="1"/>
      <dgm:spPr/>
      <dgm:t>
        <a:bodyPr/>
        <a:lstStyle/>
        <a:p>
          <a:r>
            <a:rPr lang="en-US" sz="800" dirty="0"/>
            <a:t>TOKYO VONA Center</a:t>
          </a:r>
          <a:endParaRPr lang="en-CA" sz="800" dirty="0"/>
        </a:p>
      </dgm:t>
    </dgm:pt>
    <dgm:pt modelId="{13E823FA-6528-49CC-A136-7CC3AADD7F2C}" type="parTrans" cxnId="{69548358-3862-415C-9B7A-C51623FA517D}">
      <dgm:prSet/>
      <dgm:spPr/>
      <dgm:t>
        <a:bodyPr/>
        <a:lstStyle/>
        <a:p>
          <a:endParaRPr lang="en-CA"/>
        </a:p>
      </dgm:t>
    </dgm:pt>
    <dgm:pt modelId="{EBC23A25-A194-4429-B870-3088BBD65C80}" type="sibTrans" cxnId="{69548358-3862-415C-9B7A-C51623FA517D}">
      <dgm:prSet/>
      <dgm:spPr/>
      <dgm:t>
        <a:bodyPr/>
        <a:lstStyle/>
        <a:p>
          <a:endParaRPr lang="en-CA"/>
        </a:p>
      </dgm:t>
    </dgm:pt>
    <dgm:pt modelId="{8340052B-49E3-4740-B160-8BD734426BF5}">
      <dgm:prSet phldrT="[Text]" custT="1"/>
      <dgm:spPr/>
      <dgm:t>
        <a:bodyPr/>
        <a:lstStyle/>
        <a:p>
          <a:r>
            <a:rPr lang="en-US" sz="800" dirty="0"/>
            <a:t>Extract Time, Location and Plume Height</a:t>
          </a:r>
          <a:endParaRPr lang="en-CA" sz="800" dirty="0"/>
        </a:p>
      </dgm:t>
    </dgm:pt>
    <dgm:pt modelId="{BB3ABBFE-DBF7-4C86-A909-A7B6CAD68C61}" type="parTrans" cxnId="{6E2DABD2-732A-44C8-A042-9FC4D0A4CEEE}">
      <dgm:prSet/>
      <dgm:spPr/>
      <dgm:t>
        <a:bodyPr/>
        <a:lstStyle/>
        <a:p>
          <a:endParaRPr lang="en-CA"/>
        </a:p>
      </dgm:t>
    </dgm:pt>
    <dgm:pt modelId="{DF4F79C0-F487-4724-BD3A-4983BED84198}" type="sibTrans" cxnId="{6E2DABD2-732A-44C8-A042-9FC4D0A4CEEE}">
      <dgm:prSet/>
      <dgm:spPr/>
      <dgm:t>
        <a:bodyPr/>
        <a:lstStyle/>
        <a:p>
          <a:endParaRPr lang="en-CA"/>
        </a:p>
      </dgm:t>
    </dgm:pt>
    <dgm:pt modelId="{7F36F0EF-F96B-485B-A199-B1D2F93BF254}">
      <dgm:prSet phldrT="[Text]" custT="1"/>
      <dgm:spPr/>
      <dgm:t>
        <a:bodyPr/>
        <a:lstStyle/>
        <a:p>
          <a:r>
            <a:rPr lang="en-US" sz="800" dirty="0"/>
            <a:t>VONA Message include Plume Height</a:t>
          </a:r>
          <a:endParaRPr lang="en-CA" sz="800" dirty="0"/>
        </a:p>
      </dgm:t>
    </dgm:pt>
    <dgm:pt modelId="{57010111-2336-49C0-991F-DC0330B0CE24}" type="parTrans" cxnId="{2516257B-EE8A-4944-8BA9-94B1DA147D5C}">
      <dgm:prSet/>
      <dgm:spPr/>
      <dgm:t>
        <a:bodyPr/>
        <a:lstStyle/>
        <a:p>
          <a:endParaRPr lang="en-CA"/>
        </a:p>
      </dgm:t>
    </dgm:pt>
    <dgm:pt modelId="{45CFF67F-4F41-4335-8F8C-A9D43B1D051E}" type="sibTrans" cxnId="{2516257B-EE8A-4944-8BA9-94B1DA147D5C}">
      <dgm:prSet/>
      <dgm:spPr/>
      <dgm:t>
        <a:bodyPr/>
        <a:lstStyle/>
        <a:p>
          <a:endParaRPr lang="en-CA"/>
        </a:p>
      </dgm:t>
    </dgm:pt>
    <dgm:pt modelId="{3568DDCA-E57C-47E8-979C-AAF9C7E3AA15}">
      <dgm:prSet phldrT="[Text]" custT="1"/>
      <dgm:spPr/>
      <dgm:t>
        <a:bodyPr/>
        <a:lstStyle/>
        <a:p>
          <a:r>
            <a:rPr lang="en-US" sz="800" dirty="0"/>
            <a:t>VONA Message does not include Plume Height</a:t>
          </a:r>
          <a:endParaRPr lang="en-CA" sz="800" dirty="0"/>
        </a:p>
      </dgm:t>
    </dgm:pt>
    <dgm:pt modelId="{D1834DD0-A1C5-4A71-A2E0-544C97991CAA}" type="parTrans" cxnId="{122ABBB9-DC9F-480E-A14F-8F5673D6BE84}">
      <dgm:prSet/>
      <dgm:spPr/>
      <dgm:t>
        <a:bodyPr/>
        <a:lstStyle/>
        <a:p>
          <a:endParaRPr lang="en-CA"/>
        </a:p>
      </dgm:t>
    </dgm:pt>
    <dgm:pt modelId="{0A0A2DE6-2138-42BF-BFB2-7725180B9E7E}" type="sibTrans" cxnId="{122ABBB9-DC9F-480E-A14F-8F5673D6BE84}">
      <dgm:prSet/>
      <dgm:spPr/>
      <dgm:t>
        <a:bodyPr/>
        <a:lstStyle/>
        <a:p>
          <a:endParaRPr lang="en-CA"/>
        </a:p>
      </dgm:t>
    </dgm:pt>
    <dgm:pt modelId="{E2FB5317-953B-4F0F-B30E-5F55F239710F}">
      <dgm:prSet phldrT="[Text]" custT="1"/>
      <dgm:spPr/>
      <dgm:t>
        <a:bodyPr/>
        <a:lstStyle/>
        <a:p>
          <a:r>
            <a:rPr lang="en-US" sz="800" dirty="0"/>
            <a:t>Forecast TEM from Empirical known VEI Volumes</a:t>
          </a:r>
          <a:endParaRPr lang="en-CA" sz="800" dirty="0"/>
        </a:p>
      </dgm:t>
    </dgm:pt>
    <dgm:pt modelId="{03C6A9D0-D991-42A1-A275-09AE34815AD0}" type="parTrans" cxnId="{E62B00C7-99F7-4963-A212-7FA928E0E51C}">
      <dgm:prSet/>
      <dgm:spPr/>
      <dgm:t>
        <a:bodyPr/>
        <a:lstStyle/>
        <a:p>
          <a:endParaRPr lang="en-CA"/>
        </a:p>
      </dgm:t>
    </dgm:pt>
    <dgm:pt modelId="{104D783A-F645-4D64-8112-CA188D36E4DF}" type="sibTrans" cxnId="{E62B00C7-99F7-4963-A212-7FA928E0E51C}">
      <dgm:prSet/>
      <dgm:spPr/>
      <dgm:t>
        <a:bodyPr/>
        <a:lstStyle/>
        <a:p>
          <a:endParaRPr lang="en-CA"/>
        </a:p>
      </dgm:t>
    </dgm:pt>
    <dgm:pt modelId="{6865ADCC-C9E2-4D33-84F6-B50E489DD84A}">
      <dgm:prSet phldrT="[Text]" custT="1"/>
      <dgm:spPr/>
      <dgm:t>
        <a:bodyPr/>
        <a:lstStyle/>
        <a:p>
          <a:r>
            <a:rPr lang="en-US" sz="800" dirty="0"/>
            <a:t>Forecast MER from TEM</a:t>
          </a:r>
          <a:endParaRPr lang="en-CA" sz="800" dirty="0"/>
        </a:p>
      </dgm:t>
    </dgm:pt>
    <dgm:pt modelId="{3C0B3061-223F-485D-B9A4-65AF7491BE94}" type="parTrans" cxnId="{65A44C6B-0667-468A-BA05-418DF4C4F6A5}">
      <dgm:prSet/>
      <dgm:spPr/>
      <dgm:t>
        <a:bodyPr/>
        <a:lstStyle/>
        <a:p>
          <a:endParaRPr lang="en-CA"/>
        </a:p>
      </dgm:t>
    </dgm:pt>
    <dgm:pt modelId="{86253BA8-D225-4FCA-AE5A-7E126CB569A1}" type="sibTrans" cxnId="{65A44C6B-0667-468A-BA05-418DF4C4F6A5}">
      <dgm:prSet/>
      <dgm:spPr/>
      <dgm:t>
        <a:bodyPr/>
        <a:lstStyle/>
        <a:p>
          <a:endParaRPr lang="en-CA"/>
        </a:p>
      </dgm:t>
    </dgm:pt>
    <dgm:pt modelId="{BFFC2CD9-1448-418B-9FF1-9FA26900F481}">
      <dgm:prSet phldrT="[Text]" custT="1"/>
      <dgm:spPr/>
      <dgm:t>
        <a:bodyPr/>
        <a:lstStyle/>
        <a:p>
          <a:r>
            <a:rPr lang="en-US" sz="800" dirty="0"/>
            <a:t>Forecast Plume Height from MER</a:t>
          </a:r>
          <a:endParaRPr lang="en-CA" sz="800" dirty="0"/>
        </a:p>
      </dgm:t>
    </dgm:pt>
    <dgm:pt modelId="{8C36E743-1CD6-4207-A037-8782F298A1AE}" type="parTrans" cxnId="{08BF06AD-8A67-489B-AE97-0D44F66B6F35}">
      <dgm:prSet/>
      <dgm:spPr/>
      <dgm:t>
        <a:bodyPr/>
        <a:lstStyle/>
        <a:p>
          <a:endParaRPr lang="en-CA"/>
        </a:p>
      </dgm:t>
    </dgm:pt>
    <dgm:pt modelId="{80050F9F-E1B5-4194-BB52-C42D368B0A22}" type="sibTrans" cxnId="{08BF06AD-8A67-489B-AE97-0D44F66B6F35}">
      <dgm:prSet/>
      <dgm:spPr/>
      <dgm:t>
        <a:bodyPr/>
        <a:lstStyle/>
        <a:p>
          <a:endParaRPr lang="en-CA"/>
        </a:p>
      </dgm:t>
    </dgm:pt>
    <dgm:pt modelId="{A9837CD2-980D-45DA-8A65-52480235A772}">
      <dgm:prSet phldrT="[Text]" custT="1"/>
      <dgm:spPr/>
      <dgm:t>
        <a:bodyPr/>
        <a:lstStyle/>
        <a:p>
          <a:r>
            <a:rPr lang="en-US" sz="800" dirty="0"/>
            <a:t>Forecast Percentage of fine ash  particles from MER</a:t>
          </a:r>
          <a:endParaRPr lang="en-CA" sz="800" dirty="0"/>
        </a:p>
      </dgm:t>
    </dgm:pt>
    <dgm:pt modelId="{1D7DCE52-161A-44D6-8DD2-CEC4B0960A45}" type="parTrans" cxnId="{FC122EEF-2C45-410A-B535-3444B8AB99D5}">
      <dgm:prSet/>
      <dgm:spPr/>
      <dgm:t>
        <a:bodyPr/>
        <a:lstStyle/>
        <a:p>
          <a:endParaRPr lang="en-CA"/>
        </a:p>
      </dgm:t>
    </dgm:pt>
    <dgm:pt modelId="{B5491404-DC39-4B8A-BBEA-D65B6AC13C7F}" type="sibTrans" cxnId="{FC122EEF-2C45-410A-B535-3444B8AB99D5}">
      <dgm:prSet/>
      <dgm:spPr/>
      <dgm:t>
        <a:bodyPr/>
        <a:lstStyle/>
        <a:p>
          <a:endParaRPr lang="en-CA"/>
        </a:p>
      </dgm:t>
    </dgm:pt>
    <dgm:pt modelId="{B612AC3A-9CE7-46E9-8F26-11F37B3D5E81}">
      <dgm:prSet phldrT="[Text]" custT="1"/>
      <dgm:spPr/>
      <dgm:t>
        <a:bodyPr/>
        <a:lstStyle/>
        <a:p>
          <a:r>
            <a:rPr lang="en-US" sz="800" dirty="0"/>
            <a:t>Calculate Eruption Duration from MER and TEM</a:t>
          </a:r>
          <a:endParaRPr lang="en-CA" sz="800" dirty="0"/>
        </a:p>
      </dgm:t>
    </dgm:pt>
    <dgm:pt modelId="{7067679A-4765-40C0-8AC5-216B791DD75C}" type="parTrans" cxnId="{227E467D-7FEC-4532-98C9-058861FC6086}">
      <dgm:prSet/>
      <dgm:spPr/>
      <dgm:t>
        <a:bodyPr/>
        <a:lstStyle/>
        <a:p>
          <a:endParaRPr lang="en-CA"/>
        </a:p>
      </dgm:t>
    </dgm:pt>
    <dgm:pt modelId="{02E8FBC2-913A-44AA-8820-0F139EA3608C}" type="sibTrans" cxnId="{227E467D-7FEC-4532-98C9-058861FC6086}">
      <dgm:prSet/>
      <dgm:spPr/>
      <dgm:t>
        <a:bodyPr/>
        <a:lstStyle/>
        <a:p>
          <a:endParaRPr lang="en-CA"/>
        </a:p>
      </dgm:t>
    </dgm:pt>
    <dgm:pt modelId="{D08E37A6-83EE-4745-A33B-D1D547929AE1}">
      <dgm:prSet phldrT="[Text]" custT="1"/>
      <dgm:spPr/>
      <dgm:t>
        <a:bodyPr/>
        <a:lstStyle/>
        <a:p>
          <a:r>
            <a:rPr lang="en-US" sz="800" dirty="0"/>
            <a:t>Forecast MER from Plume Height</a:t>
          </a:r>
          <a:endParaRPr lang="en-CA" sz="800" dirty="0"/>
        </a:p>
      </dgm:t>
    </dgm:pt>
    <dgm:pt modelId="{5812870A-AB75-43AC-976D-834C88033CE0}" type="parTrans" cxnId="{B5E396FA-DB05-4481-BD9B-B8E395075630}">
      <dgm:prSet/>
      <dgm:spPr/>
      <dgm:t>
        <a:bodyPr/>
        <a:lstStyle/>
        <a:p>
          <a:endParaRPr lang="en-CA"/>
        </a:p>
      </dgm:t>
    </dgm:pt>
    <dgm:pt modelId="{F231997B-4AB3-488C-AE12-252743A67F96}" type="sibTrans" cxnId="{B5E396FA-DB05-4481-BD9B-B8E395075630}">
      <dgm:prSet/>
      <dgm:spPr/>
      <dgm:t>
        <a:bodyPr/>
        <a:lstStyle/>
        <a:p>
          <a:endParaRPr lang="en-CA"/>
        </a:p>
      </dgm:t>
    </dgm:pt>
    <dgm:pt modelId="{16F91ADD-A63A-4C49-9C73-5F48E78E00A7}">
      <dgm:prSet phldrT="[Text]" custT="1"/>
      <dgm:spPr/>
      <dgm:t>
        <a:bodyPr/>
        <a:lstStyle/>
        <a:p>
          <a:r>
            <a:rPr lang="en-US" sz="800" dirty="0"/>
            <a:t>Forecast TEM from MER</a:t>
          </a:r>
          <a:endParaRPr lang="en-CA" sz="800" dirty="0"/>
        </a:p>
      </dgm:t>
    </dgm:pt>
    <dgm:pt modelId="{8C0A9F58-7FD2-4CD3-8A0E-D3D00C991E6D}" type="parTrans" cxnId="{41C8113D-FC0C-4AF9-9B44-5977852AC430}">
      <dgm:prSet/>
      <dgm:spPr/>
      <dgm:t>
        <a:bodyPr/>
        <a:lstStyle/>
        <a:p>
          <a:endParaRPr lang="en-CA"/>
        </a:p>
      </dgm:t>
    </dgm:pt>
    <dgm:pt modelId="{97323920-6643-4290-BBA2-058CF8F6BC58}" type="sibTrans" cxnId="{41C8113D-FC0C-4AF9-9B44-5977852AC430}">
      <dgm:prSet/>
      <dgm:spPr/>
      <dgm:t>
        <a:bodyPr/>
        <a:lstStyle/>
        <a:p>
          <a:endParaRPr lang="en-CA"/>
        </a:p>
      </dgm:t>
    </dgm:pt>
    <dgm:pt modelId="{AB25C53C-DECB-43E2-AD37-6874259B4342}">
      <dgm:prSet phldrT="[Text]" custT="1"/>
      <dgm:spPr/>
      <dgm:t>
        <a:bodyPr/>
        <a:lstStyle/>
        <a:p>
          <a:r>
            <a:rPr lang="en-US" sz="800" dirty="0"/>
            <a:t>Forecast Eruption Duration from MER</a:t>
          </a:r>
          <a:endParaRPr lang="en-CA" sz="800" dirty="0"/>
        </a:p>
      </dgm:t>
    </dgm:pt>
    <dgm:pt modelId="{11CD2000-1BD9-46DC-A938-F55920EB151F}" type="parTrans" cxnId="{65339079-1C9F-4EB1-8731-797892319EAB}">
      <dgm:prSet/>
      <dgm:spPr/>
      <dgm:t>
        <a:bodyPr/>
        <a:lstStyle/>
        <a:p>
          <a:endParaRPr lang="en-CA"/>
        </a:p>
      </dgm:t>
    </dgm:pt>
    <dgm:pt modelId="{B1DB7BC4-E7D6-406C-83A9-D3F4816E46C3}" type="sibTrans" cxnId="{65339079-1C9F-4EB1-8731-797892319EAB}">
      <dgm:prSet/>
      <dgm:spPr/>
      <dgm:t>
        <a:bodyPr/>
        <a:lstStyle/>
        <a:p>
          <a:endParaRPr lang="en-CA"/>
        </a:p>
      </dgm:t>
    </dgm:pt>
    <dgm:pt modelId="{EC41F9E3-5D56-4C66-A9CF-BDE9334F341D}">
      <dgm:prSet phldrT="[Text]" custT="1"/>
      <dgm:spPr/>
      <dgm:t>
        <a:bodyPr/>
        <a:lstStyle/>
        <a:p>
          <a:r>
            <a:rPr lang="en-US" sz="800" dirty="0"/>
            <a:t>Forecast Percentage of fine ash  particles from MER</a:t>
          </a:r>
          <a:endParaRPr lang="en-CA" sz="800" dirty="0"/>
        </a:p>
      </dgm:t>
    </dgm:pt>
    <dgm:pt modelId="{9D6177CB-D386-4E95-8EF8-9F19BD2C1908}" type="parTrans" cxnId="{F25704C1-D105-49E9-8172-D2A4BEB6DB11}">
      <dgm:prSet/>
      <dgm:spPr/>
      <dgm:t>
        <a:bodyPr/>
        <a:lstStyle/>
        <a:p>
          <a:endParaRPr lang="en-CA"/>
        </a:p>
      </dgm:t>
    </dgm:pt>
    <dgm:pt modelId="{D891F2B0-083F-42DD-B780-59B022FBB6DE}" type="sibTrans" cxnId="{F25704C1-D105-49E9-8172-D2A4BEB6DB11}">
      <dgm:prSet/>
      <dgm:spPr/>
      <dgm:t>
        <a:bodyPr/>
        <a:lstStyle/>
        <a:p>
          <a:endParaRPr lang="en-CA"/>
        </a:p>
      </dgm:t>
    </dgm:pt>
    <dgm:pt modelId="{A8BA2D8F-A8FA-45BA-AE13-49044961CE5A}">
      <dgm:prSet phldrT="[Text]" custT="1"/>
      <dgm:spPr/>
      <dgm:t>
        <a:bodyPr/>
        <a:lstStyle/>
        <a:p>
          <a:r>
            <a:rPr lang="en-US" sz="800" dirty="0"/>
            <a:t>MAGMA VONA Center</a:t>
          </a:r>
          <a:endParaRPr lang="en-CA" sz="800" dirty="0"/>
        </a:p>
      </dgm:t>
    </dgm:pt>
    <dgm:pt modelId="{2C34A0BA-9A16-45A7-9B40-C65C88207A54}" type="sibTrans" cxnId="{71C7CEAA-84E9-4820-ACFB-FF21ACC2FB5A}">
      <dgm:prSet/>
      <dgm:spPr/>
      <dgm:t>
        <a:bodyPr/>
        <a:lstStyle/>
        <a:p>
          <a:endParaRPr lang="en-CA"/>
        </a:p>
      </dgm:t>
    </dgm:pt>
    <dgm:pt modelId="{7B66D04D-0B41-4435-8D8A-DEAEDCF22A8A}" type="parTrans" cxnId="{71C7CEAA-84E9-4820-ACFB-FF21ACC2FB5A}">
      <dgm:prSet/>
      <dgm:spPr/>
      <dgm:t>
        <a:bodyPr/>
        <a:lstStyle/>
        <a:p>
          <a:endParaRPr lang="en-CA"/>
        </a:p>
      </dgm:t>
    </dgm:pt>
    <dgm:pt modelId="{53AC1878-E18F-4D98-A2F0-EAF89DAAB833}">
      <dgm:prSet phldrT="[Text]" custT="1"/>
      <dgm:spPr/>
      <dgm:t>
        <a:bodyPr/>
        <a:lstStyle/>
        <a:p>
          <a:r>
            <a:rPr lang="en-US" sz="800" dirty="0"/>
            <a:t>Receive Plume Height from Infrasound/Satellite Team</a:t>
          </a:r>
          <a:endParaRPr lang="en-CA" sz="800" dirty="0"/>
        </a:p>
      </dgm:t>
    </dgm:pt>
    <dgm:pt modelId="{7D8A895D-ED7C-4AB1-B680-0CA9AC535815}" type="parTrans" cxnId="{560ECEF7-42D6-4295-82A6-EEAA687E3CC0}">
      <dgm:prSet/>
      <dgm:spPr/>
      <dgm:t>
        <a:bodyPr/>
        <a:lstStyle/>
        <a:p>
          <a:endParaRPr lang="en-CA"/>
        </a:p>
      </dgm:t>
    </dgm:pt>
    <dgm:pt modelId="{0D8CBC76-139A-4CCD-B8BB-B3E502CECCCA}" type="sibTrans" cxnId="{560ECEF7-42D6-4295-82A6-EEAA687E3CC0}">
      <dgm:prSet/>
      <dgm:spPr/>
      <dgm:t>
        <a:bodyPr/>
        <a:lstStyle/>
        <a:p>
          <a:endParaRPr lang="en-CA"/>
        </a:p>
      </dgm:t>
    </dgm:pt>
    <dgm:pt modelId="{220B63F1-82D3-480A-A860-366DAEA4DA87}" type="pres">
      <dgm:prSet presAssocID="{76C4DD49-C0F7-4F9A-BE04-CA08E55E64C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2B175DB-C32A-4E38-9D24-8472033562B0}" type="pres">
      <dgm:prSet presAssocID="{76C4DD49-C0F7-4F9A-BE04-CA08E55E64CC}" presName="hierFlow" presStyleCnt="0"/>
      <dgm:spPr/>
    </dgm:pt>
    <dgm:pt modelId="{F7B1EA54-AD4C-49F3-A690-12C2FC680A97}" type="pres">
      <dgm:prSet presAssocID="{76C4DD49-C0F7-4F9A-BE04-CA08E55E64C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98876FE-CAA6-401F-9852-561C1E3EB66D}" type="pres">
      <dgm:prSet presAssocID="{C6E2A6CD-6711-4EC6-9A96-7F35B2F7F3D1}" presName="Name14" presStyleCnt="0"/>
      <dgm:spPr/>
    </dgm:pt>
    <dgm:pt modelId="{133E7EB5-A5D7-4D55-8EC0-EFE7F9D0F081}" type="pres">
      <dgm:prSet presAssocID="{C6E2A6CD-6711-4EC6-9A96-7F35B2F7F3D1}" presName="level1Shape" presStyleLbl="node0" presStyleIdx="0" presStyleCnt="1">
        <dgm:presLayoutVars>
          <dgm:chPref val="3"/>
        </dgm:presLayoutVars>
      </dgm:prSet>
      <dgm:spPr/>
    </dgm:pt>
    <dgm:pt modelId="{116EC0A3-5A34-44F7-8062-9BA5C5CC0ACA}" type="pres">
      <dgm:prSet presAssocID="{C6E2A6CD-6711-4EC6-9A96-7F35B2F7F3D1}" presName="hierChild2" presStyleCnt="0"/>
      <dgm:spPr/>
    </dgm:pt>
    <dgm:pt modelId="{1386374D-68B1-4C83-A80C-60FFA6C05D45}" type="pres">
      <dgm:prSet presAssocID="{EC151CD9-903D-4C9C-9821-AA17C995926B}" presName="Name19" presStyleLbl="parChTrans1D2" presStyleIdx="0" presStyleCnt="1"/>
      <dgm:spPr/>
    </dgm:pt>
    <dgm:pt modelId="{EE55F245-62BD-4B29-9FED-DDA32F98FB93}" type="pres">
      <dgm:prSet presAssocID="{52F723C7-B6E6-4C1C-A4C4-EC4ADC7A0A38}" presName="Name21" presStyleCnt="0"/>
      <dgm:spPr/>
    </dgm:pt>
    <dgm:pt modelId="{A7FC02C0-3DEB-47B7-84CB-67BF4CD4822D}" type="pres">
      <dgm:prSet presAssocID="{52F723C7-B6E6-4C1C-A4C4-EC4ADC7A0A38}" presName="level2Shape" presStyleLbl="node2" presStyleIdx="0" presStyleCnt="1"/>
      <dgm:spPr/>
    </dgm:pt>
    <dgm:pt modelId="{8BA4ECDC-2F99-4D7D-816E-31DEFC47AE57}" type="pres">
      <dgm:prSet presAssocID="{52F723C7-B6E6-4C1C-A4C4-EC4ADC7A0A38}" presName="hierChild3" presStyleCnt="0"/>
      <dgm:spPr/>
    </dgm:pt>
    <dgm:pt modelId="{2385015C-3352-47A4-8268-482217D1EB47}" type="pres">
      <dgm:prSet presAssocID="{7D8A895D-ED7C-4AB1-B680-0CA9AC535815}" presName="Name19" presStyleLbl="parChTrans1D3" presStyleIdx="0" presStyleCnt="3"/>
      <dgm:spPr/>
    </dgm:pt>
    <dgm:pt modelId="{392E040F-13ED-4834-B94C-95C67FF6625E}" type="pres">
      <dgm:prSet presAssocID="{53AC1878-E18F-4D98-A2F0-EAF89DAAB833}" presName="Name21" presStyleCnt="0"/>
      <dgm:spPr/>
    </dgm:pt>
    <dgm:pt modelId="{CE486AF4-4D95-4F17-A19C-0669BF499A91}" type="pres">
      <dgm:prSet presAssocID="{53AC1878-E18F-4D98-A2F0-EAF89DAAB833}" presName="level2Shape" presStyleLbl="node3" presStyleIdx="0" presStyleCnt="3"/>
      <dgm:spPr/>
    </dgm:pt>
    <dgm:pt modelId="{52C190C1-3154-4832-BAB8-B26236C2C15B}" type="pres">
      <dgm:prSet presAssocID="{53AC1878-E18F-4D98-A2F0-EAF89DAAB833}" presName="hierChild3" presStyleCnt="0"/>
      <dgm:spPr/>
    </dgm:pt>
    <dgm:pt modelId="{DDEBCBD8-E0E5-45F3-8955-2EEE78D8B24F}" type="pres">
      <dgm:prSet presAssocID="{13E823FA-6528-49CC-A136-7CC3AADD7F2C}" presName="Name19" presStyleLbl="parChTrans1D3" presStyleIdx="1" presStyleCnt="3"/>
      <dgm:spPr/>
    </dgm:pt>
    <dgm:pt modelId="{642D394B-359B-457C-9113-860DD77A56D5}" type="pres">
      <dgm:prSet presAssocID="{2DE5520F-66AA-4E03-AB8A-62AB8D5263D5}" presName="Name21" presStyleCnt="0"/>
      <dgm:spPr/>
    </dgm:pt>
    <dgm:pt modelId="{6E45450F-AC50-4D1C-937E-00E59FBDC074}" type="pres">
      <dgm:prSet presAssocID="{2DE5520F-66AA-4E03-AB8A-62AB8D5263D5}" presName="level2Shape" presStyleLbl="node3" presStyleIdx="1" presStyleCnt="3"/>
      <dgm:spPr/>
    </dgm:pt>
    <dgm:pt modelId="{EBD2991E-5EE7-40A2-B587-05CBE7534476}" type="pres">
      <dgm:prSet presAssocID="{2DE5520F-66AA-4E03-AB8A-62AB8D5263D5}" presName="hierChild3" presStyleCnt="0"/>
      <dgm:spPr/>
    </dgm:pt>
    <dgm:pt modelId="{0EA56B2D-B682-4DF6-93B4-5B4D22C22CCD}" type="pres">
      <dgm:prSet presAssocID="{7B66D04D-0B41-4435-8D8A-DEAEDCF22A8A}" presName="Name19" presStyleLbl="parChTrans1D3" presStyleIdx="2" presStyleCnt="3"/>
      <dgm:spPr/>
    </dgm:pt>
    <dgm:pt modelId="{75DBD5B6-8C48-4905-8177-46FA1D8D2F39}" type="pres">
      <dgm:prSet presAssocID="{A8BA2D8F-A8FA-45BA-AE13-49044961CE5A}" presName="Name21" presStyleCnt="0"/>
      <dgm:spPr/>
    </dgm:pt>
    <dgm:pt modelId="{3FD3EBB7-5D46-4531-ABEB-B582A5481175}" type="pres">
      <dgm:prSet presAssocID="{A8BA2D8F-A8FA-45BA-AE13-49044961CE5A}" presName="level2Shape" presStyleLbl="node3" presStyleIdx="2" presStyleCnt="3"/>
      <dgm:spPr/>
    </dgm:pt>
    <dgm:pt modelId="{24EB61C9-6658-4396-8662-CC6DB8727FD4}" type="pres">
      <dgm:prSet presAssocID="{A8BA2D8F-A8FA-45BA-AE13-49044961CE5A}" presName="hierChild3" presStyleCnt="0"/>
      <dgm:spPr/>
    </dgm:pt>
    <dgm:pt modelId="{EA99BD59-7EA6-484A-8A0F-F27A86B82961}" type="pres">
      <dgm:prSet presAssocID="{BB3ABBFE-DBF7-4C86-A909-A7B6CAD68C61}" presName="Name19" presStyleLbl="parChTrans1D4" presStyleIdx="0" presStyleCnt="12"/>
      <dgm:spPr/>
    </dgm:pt>
    <dgm:pt modelId="{D26D3512-732A-4D22-9775-F776E114798C}" type="pres">
      <dgm:prSet presAssocID="{8340052B-49E3-4740-B160-8BD734426BF5}" presName="Name21" presStyleCnt="0"/>
      <dgm:spPr/>
    </dgm:pt>
    <dgm:pt modelId="{78E50E62-3882-4BAE-8E35-C4CF9A204325}" type="pres">
      <dgm:prSet presAssocID="{8340052B-49E3-4740-B160-8BD734426BF5}" presName="level2Shape" presStyleLbl="node4" presStyleIdx="0" presStyleCnt="12" custScaleX="154074" custLinFactNeighborX="-93256" custLinFactNeighborY="-3992"/>
      <dgm:spPr/>
    </dgm:pt>
    <dgm:pt modelId="{80E8B44C-4DCD-4B45-A727-C3C5761894E2}" type="pres">
      <dgm:prSet presAssocID="{8340052B-49E3-4740-B160-8BD734426BF5}" presName="hierChild3" presStyleCnt="0"/>
      <dgm:spPr/>
    </dgm:pt>
    <dgm:pt modelId="{E6BFCA1F-C9D3-4430-A6D3-E9D86B460CB4}" type="pres">
      <dgm:prSet presAssocID="{57010111-2336-49C0-991F-DC0330B0CE24}" presName="Name19" presStyleLbl="parChTrans1D4" presStyleIdx="1" presStyleCnt="12"/>
      <dgm:spPr/>
    </dgm:pt>
    <dgm:pt modelId="{15AF7353-B1B0-40E9-9E9F-570538F19175}" type="pres">
      <dgm:prSet presAssocID="{7F36F0EF-F96B-485B-A199-B1D2F93BF254}" presName="Name21" presStyleCnt="0"/>
      <dgm:spPr/>
    </dgm:pt>
    <dgm:pt modelId="{9A1A8EEF-BBBB-491B-A3B0-8B7BE4BE45B3}" type="pres">
      <dgm:prSet presAssocID="{7F36F0EF-F96B-485B-A199-B1D2F93BF254}" presName="level2Shape" presStyleLbl="node4" presStyleIdx="1" presStyleCnt="12"/>
      <dgm:spPr/>
    </dgm:pt>
    <dgm:pt modelId="{84F49384-AD78-4C9E-B5B7-F5CEB9879493}" type="pres">
      <dgm:prSet presAssocID="{7F36F0EF-F96B-485B-A199-B1D2F93BF254}" presName="hierChild3" presStyleCnt="0"/>
      <dgm:spPr/>
    </dgm:pt>
    <dgm:pt modelId="{9958B4B1-4A63-467F-8BE9-9D847DD7A484}" type="pres">
      <dgm:prSet presAssocID="{5812870A-AB75-43AC-976D-834C88033CE0}" presName="Name19" presStyleLbl="parChTrans1D4" presStyleIdx="2" presStyleCnt="12"/>
      <dgm:spPr/>
    </dgm:pt>
    <dgm:pt modelId="{2B13B3BF-DB2A-4024-99A4-AC968B5ED031}" type="pres">
      <dgm:prSet presAssocID="{D08E37A6-83EE-4745-A33B-D1D547929AE1}" presName="Name21" presStyleCnt="0"/>
      <dgm:spPr/>
    </dgm:pt>
    <dgm:pt modelId="{0C290FEE-3845-4AE0-B451-9101735D35D2}" type="pres">
      <dgm:prSet presAssocID="{D08E37A6-83EE-4745-A33B-D1D547929AE1}" presName="level2Shape" presStyleLbl="node4" presStyleIdx="2" presStyleCnt="12"/>
      <dgm:spPr/>
    </dgm:pt>
    <dgm:pt modelId="{226D7394-47B5-4C5D-95FE-0B1A5B48ACAC}" type="pres">
      <dgm:prSet presAssocID="{D08E37A6-83EE-4745-A33B-D1D547929AE1}" presName="hierChild3" presStyleCnt="0"/>
      <dgm:spPr/>
    </dgm:pt>
    <dgm:pt modelId="{F9359CC5-CDC5-48F7-80AB-7ADDA50AEF78}" type="pres">
      <dgm:prSet presAssocID="{8C0A9F58-7FD2-4CD3-8A0E-D3D00C991E6D}" presName="Name19" presStyleLbl="parChTrans1D4" presStyleIdx="3" presStyleCnt="12"/>
      <dgm:spPr/>
    </dgm:pt>
    <dgm:pt modelId="{75F993E3-D781-4DA6-917D-5E995F9E840D}" type="pres">
      <dgm:prSet presAssocID="{16F91ADD-A63A-4C49-9C73-5F48E78E00A7}" presName="Name21" presStyleCnt="0"/>
      <dgm:spPr/>
    </dgm:pt>
    <dgm:pt modelId="{911A654A-09DF-4649-A6DA-02463736E037}" type="pres">
      <dgm:prSet presAssocID="{16F91ADD-A63A-4C49-9C73-5F48E78E00A7}" presName="level2Shape" presStyleLbl="node4" presStyleIdx="3" presStyleCnt="12"/>
      <dgm:spPr/>
    </dgm:pt>
    <dgm:pt modelId="{EED5F0F7-4A00-4445-814C-243337156213}" type="pres">
      <dgm:prSet presAssocID="{16F91ADD-A63A-4C49-9C73-5F48E78E00A7}" presName="hierChild3" presStyleCnt="0"/>
      <dgm:spPr/>
    </dgm:pt>
    <dgm:pt modelId="{785CBCE9-103E-4FDD-AA08-5EF76B8B55A9}" type="pres">
      <dgm:prSet presAssocID="{11CD2000-1BD9-46DC-A938-F55920EB151F}" presName="Name19" presStyleLbl="parChTrans1D4" presStyleIdx="4" presStyleCnt="12"/>
      <dgm:spPr/>
    </dgm:pt>
    <dgm:pt modelId="{8D128273-5CC0-4837-80D2-20D8D83BA5A5}" type="pres">
      <dgm:prSet presAssocID="{AB25C53C-DECB-43E2-AD37-6874259B4342}" presName="Name21" presStyleCnt="0"/>
      <dgm:spPr/>
    </dgm:pt>
    <dgm:pt modelId="{AD431B1F-9C70-4A96-8C63-064115635EC8}" type="pres">
      <dgm:prSet presAssocID="{AB25C53C-DECB-43E2-AD37-6874259B4342}" presName="level2Shape" presStyleLbl="node4" presStyleIdx="4" presStyleCnt="12"/>
      <dgm:spPr/>
    </dgm:pt>
    <dgm:pt modelId="{570E624F-7485-4F54-8074-006AC2B0717A}" type="pres">
      <dgm:prSet presAssocID="{AB25C53C-DECB-43E2-AD37-6874259B4342}" presName="hierChild3" presStyleCnt="0"/>
      <dgm:spPr/>
    </dgm:pt>
    <dgm:pt modelId="{860B451A-C627-471D-8437-7D2E63A09B6F}" type="pres">
      <dgm:prSet presAssocID="{9D6177CB-D386-4E95-8EF8-9F19BD2C1908}" presName="Name19" presStyleLbl="parChTrans1D4" presStyleIdx="5" presStyleCnt="12"/>
      <dgm:spPr/>
    </dgm:pt>
    <dgm:pt modelId="{99CD5B84-EA47-400E-84F6-07E9B95EC8DD}" type="pres">
      <dgm:prSet presAssocID="{EC41F9E3-5D56-4C66-A9CF-BDE9334F341D}" presName="Name21" presStyleCnt="0"/>
      <dgm:spPr/>
    </dgm:pt>
    <dgm:pt modelId="{6B98324D-DFD7-498A-957C-9794E398369C}" type="pres">
      <dgm:prSet presAssocID="{EC41F9E3-5D56-4C66-A9CF-BDE9334F341D}" presName="level2Shape" presStyleLbl="node4" presStyleIdx="5" presStyleCnt="12"/>
      <dgm:spPr/>
    </dgm:pt>
    <dgm:pt modelId="{EF1D93C2-DF50-4996-86D1-3241D8C12746}" type="pres">
      <dgm:prSet presAssocID="{EC41F9E3-5D56-4C66-A9CF-BDE9334F341D}" presName="hierChild3" presStyleCnt="0"/>
      <dgm:spPr/>
    </dgm:pt>
    <dgm:pt modelId="{98C4C439-54EB-44AA-AC1F-FBB0E4F141DB}" type="pres">
      <dgm:prSet presAssocID="{D1834DD0-A1C5-4A71-A2E0-544C97991CAA}" presName="Name19" presStyleLbl="parChTrans1D4" presStyleIdx="6" presStyleCnt="12"/>
      <dgm:spPr/>
    </dgm:pt>
    <dgm:pt modelId="{EC265A16-5056-4AC7-AC88-B59268E88847}" type="pres">
      <dgm:prSet presAssocID="{3568DDCA-E57C-47E8-979C-AAF9C7E3AA15}" presName="Name21" presStyleCnt="0"/>
      <dgm:spPr/>
    </dgm:pt>
    <dgm:pt modelId="{35936926-AF89-4509-B913-8D0660E1B1FA}" type="pres">
      <dgm:prSet presAssocID="{3568DDCA-E57C-47E8-979C-AAF9C7E3AA15}" presName="level2Shape" presStyleLbl="node4" presStyleIdx="6" presStyleCnt="12"/>
      <dgm:spPr/>
    </dgm:pt>
    <dgm:pt modelId="{63B348BA-8F42-497B-8A7E-85A26FD49997}" type="pres">
      <dgm:prSet presAssocID="{3568DDCA-E57C-47E8-979C-AAF9C7E3AA15}" presName="hierChild3" presStyleCnt="0"/>
      <dgm:spPr/>
    </dgm:pt>
    <dgm:pt modelId="{38822996-CB98-4937-9276-FCBF4163806C}" type="pres">
      <dgm:prSet presAssocID="{03C6A9D0-D991-42A1-A275-09AE34815AD0}" presName="Name19" presStyleLbl="parChTrans1D4" presStyleIdx="7" presStyleCnt="12"/>
      <dgm:spPr/>
    </dgm:pt>
    <dgm:pt modelId="{36C2F318-2356-4278-8D77-230CDED12B5B}" type="pres">
      <dgm:prSet presAssocID="{E2FB5317-953B-4F0F-B30E-5F55F239710F}" presName="Name21" presStyleCnt="0"/>
      <dgm:spPr/>
    </dgm:pt>
    <dgm:pt modelId="{A674AA2F-A998-44FD-8013-D319B9061E49}" type="pres">
      <dgm:prSet presAssocID="{E2FB5317-953B-4F0F-B30E-5F55F239710F}" presName="level2Shape" presStyleLbl="node4" presStyleIdx="7" presStyleCnt="12"/>
      <dgm:spPr/>
    </dgm:pt>
    <dgm:pt modelId="{72AD79F6-B76B-4F71-90B6-9F14164E2413}" type="pres">
      <dgm:prSet presAssocID="{E2FB5317-953B-4F0F-B30E-5F55F239710F}" presName="hierChild3" presStyleCnt="0"/>
      <dgm:spPr/>
    </dgm:pt>
    <dgm:pt modelId="{2441586D-8211-43CA-A327-D7014A5FB89C}" type="pres">
      <dgm:prSet presAssocID="{3C0B3061-223F-485D-B9A4-65AF7491BE94}" presName="Name19" presStyleLbl="parChTrans1D4" presStyleIdx="8" presStyleCnt="12"/>
      <dgm:spPr/>
    </dgm:pt>
    <dgm:pt modelId="{A112D392-DB69-4712-854B-25F5E977E267}" type="pres">
      <dgm:prSet presAssocID="{6865ADCC-C9E2-4D33-84F6-B50E489DD84A}" presName="Name21" presStyleCnt="0"/>
      <dgm:spPr/>
    </dgm:pt>
    <dgm:pt modelId="{56DDC6DA-E97A-4788-9CFF-864C50D6E2FC}" type="pres">
      <dgm:prSet presAssocID="{6865ADCC-C9E2-4D33-84F6-B50E489DD84A}" presName="level2Shape" presStyleLbl="node4" presStyleIdx="8" presStyleCnt="12"/>
      <dgm:spPr/>
    </dgm:pt>
    <dgm:pt modelId="{11AE69B0-F72A-4F56-9E2C-FA071146285A}" type="pres">
      <dgm:prSet presAssocID="{6865ADCC-C9E2-4D33-84F6-B50E489DD84A}" presName="hierChild3" presStyleCnt="0"/>
      <dgm:spPr/>
    </dgm:pt>
    <dgm:pt modelId="{8F6E8A6E-A45F-4091-BF64-9A7705FA42D6}" type="pres">
      <dgm:prSet presAssocID="{7067679A-4765-40C0-8AC5-216B791DD75C}" presName="Name19" presStyleLbl="parChTrans1D4" presStyleIdx="9" presStyleCnt="12"/>
      <dgm:spPr/>
    </dgm:pt>
    <dgm:pt modelId="{380227C9-11CC-4D19-8B2E-8C9736FBC189}" type="pres">
      <dgm:prSet presAssocID="{B612AC3A-9CE7-46E9-8F26-11F37B3D5E81}" presName="Name21" presStyleCnt="0"/>
      <dgm:spPr/>
    </dgm:pt>
    <dgm:pt modelId="{86D0789E-3C82-46AA-89A3-3D679F85F305}" type="pres">
      <dgm:prSet presAssocID="{B612AC3A-9CE7-46E9-8F26-11F37B3D5E81}" presName="level2Shape" presStyleLbl="node4" presStyleIdx="9" presStyleCnt="12"/>
      <dgm:spPr/>
    </dgm:pt>
    <dgm:pt modelId="{AE222685-1BD8-452E-BBD7-985C7C3700BF}" type="pres">
      <dgm:prSet presAssocID="{B612AC3A-9CE7-46E9-8F26-11F37B3D5E81}" presName="hierChild3" presStyleCnt="0"/>
      <dgm:spPr/>
    </dgm:pt>
    <dgm:pt modelId="{B80F2F66-5CB6-43E1-BE50-E6403633CF71}" type="pres">
      <dgm:prSet presAssocID="{8C36E743-1CD6-4207-A037-8782F298A1AE}" presName="Name19" presStyleLbl="parChTrans1D4" presStyleIdx="10" presStyleCnt="12"/>
      <dgm:spPr/>
    </dgm:pt>
    <dgm:pt modelId="{71FC9616-2FDE-4DA4-A07A-FB1E33E98561}" type="pres">
      <dgm:prSet presAssocID="{BFFC2CD9-1448-418B-9FF1-9FA26900F481}" presName="Name21" presStyleCnt="0"/>
      <dgm:spPr/>
    </dgm:pt>
    <dgm:pt modelId="{1C74F265-6400-4944-9D71-AE5F31BFE9BA}" type="pres">
      <dgm:prSet presAssocID="{BFFC2CD9-1448-418B-9FF1-9FA26900F481}" presName="level2Shape" presStyleLbl="node4" presStyleIdx="10" presStyleCnt="12"/>
      <dgm:spPr/>
    </dgm:pt>
    <dgm:pt modelId="{7AB62A8A-02A4-4335-827F-729FF7626B4F}" type="pres">
      <dgm:prSet presAssocID="{BFFC2CD9-1448-418B-9FF1-9FA26900F481}" presName="hierChild3" presStyleCnt="0"/>
      <dgm:spPr/>
    </dgm:pt>
    <dgm:pt modelId="{BA9A967C-028D-487F-B464-4637BABEDD41}" type="pres">
      <dgm:prSet presAssocID="{1D7DCE52-161A-44D6-8DD2-CEC4B0960A45}" presName="Name19" presStyleLbl="parChTrans1D4" presStyleIdx="11" presStyleCnt="12"/>
      <dgm:spPr/>
    </dgm:pt>
    <dgm:pt modelId="{FE8B89F9-31F4-49DE-B148-CD6530027F98}" type="pres">
      <dgm:prSet presAssocID="{A9837CD2-980D-45DA-8A65-52480235A772}" presName="Name21" presStyleCnt="0"/>
      <dgm:spPr/>
    </dgm:pt>
    <dgm:pt modelId="{D97C6E3A-DBBA-4FD0-8AAE-8697941BAB54}" type="pres">
      <dgm:prSet presAssocID="{A9837CD2-980D-45DA-8A65-52480235A772}" presName="level2Shape" presStyleLbl="node4" presStyleIdx="11" presStyleCnt="12"/>
      <dgm:spPr/>
    </dgm:pt>
    <dgm:pt modelId="{9179060D-7B1F-4C6F-B62E-4423A8367179}" type="pres">
      <dgm:prSet presAssocID="{A9837CD2-980D-45DA-8A65-52480235A772}" presName="hierChild3" presStyleCnt="0"/>
      <dgm:spPr/>
    </dgm:pt>
    <dgm:pt modelId="{517E6A37-8C5B-4C9D-B626-B58859C3DB31}" type="pres">
      <dgm:prSet presAssocID="{76C4DD49-C0F7-4F9A-BE04-CA08E55E64CC}" presName="bgShapesFlow" presStyleCnt="0"/>
      <dgm:spPr/>
    </dgm:pt>
  </dgm:ptLst>
  <dgm:cxnLst>
    <dgm:cxn modelId="{0DCD1D16-A20F-48FE-95E7-2A30D4F9A77D}" type="presOf" srcId="{8C0A9F58-7FD2-4CD3-8A0E-D3D00C991E6D}" destId="{F9359CC5-CDC5-48F7-80AB-7ADDA50AEF78}" srcOrd="0" destOrd="0" presId="urn:microsoft.com/office/officeart/2005/8/layout/hierarchy6"/>
    <dgm:cxn modelId="{8468B521-0388-42C0-9C6B-4073DE354750}" type="presOf" srcId="{1D7DCE52-161A-44D6-8DD2-CEC4B0960A45}" destId="{BA9A967C-028D-487F-B464-4637BABEDD41}" srcOrd="0" destOrd="0" presId="urn:microsoft.com/office/officeart/2005/8/layout/hierarchy6"/>
    <dgm:cxn modelId="{A904A923-7C30-442C-8A80-A5C5C961F9FA}" type="presOf" srcId="{7D8A895D-ED7C-4AB1-B680-0CA9AC535815}" destId="{2385015C-3352-47A4-8268-482217D1EB47}" srcOrd="0" destOrd="0" presId="urn:microsoft.com/office/officeart/2005/8/layout/hierarchy6"/>
    <dgm:cxn modelId="{19469A26-59CE-4586-B6C5-A2732E05B7B0}" type="presOf" srcId="{7067679A-4765-40C0-8AC5-216B791DD75C}" destId="{8F6E8A6E-A45F-4091-BF64-9A7705FA42D6}" srcOrd="0" destOrd="0" presId="urn:microsoft.com/office/officeart/2005/8/layout/hierarchy6"/>
    <dgm:cxn modelId="{5068BC29-8B0C-4E6E-87EB-A602885CA534}" type="presOf" srcId="{53AC1878-E18F-4D98-A2F0-EAF89DAAB833}" destId="{CE486AF4-4D95-4F17-A19C-0669BF499A91}" srcOrd="0" destOrd="0" presId="urn:microsoft.com/office/officeart/2005/8/layout/hierarchy6"/>
    <dgm:cxn modelId="{C271AA38-48C3-4E79-B2DA-BE4B7DCBC95F}" type="presOf" srcId="{7B66D04D-0B41-4435-8D8A-DEAEDCF22A8A}" destId="{0EA56B2D-B682-4DF6-93B4-5B4D22C22CCD}" srcOrd="0" destOrd="0" presId="urn:microsoft.com/office/officeart/2005/8/layout/hierarchy6"/>
    <dgm:cxn modelId="{41C8113D-FC0C-4AF9-9B44-5977852AC430}" srcId="{D08E37A6-83EE-4745-A33B-D1D547929AE1}" destId="{16F91ADD-A63A-4C49-9C73-5F48E78E00A7}" srcOrd="0" destOrd="0" parTransId="{8C0A9F58-7FD2-4CD3-8A0E-D3D00C991E6D}" sibTransId="{97323920-6643-4290-BBA2-058CF8F6BC58}"/>
    <dgm:cxn modelId="{AE4A885F-A973-4ACA-97F0-990377AD5369}" type="presOf" srcId="{13E823FA-6528-49CC-A136-7CC3AADD7F2C}" destId="{DDEBCBD8-E0E5-45F3-8955-2EEE78D8B24F}" srcOrd="0" destOrd="0" presId="urn:microsoft.com/office/officeart/2005/8/layout/hierarchy6"/>
    <dgm:cxn modelId="{39E50E45-7A45-40C2-B6F4-B00006E4219D}" type="presOf" srcId="{03C6A9D0-D991-42A1-A275-09AE34815AD0}" destId="{38822996-CB98-4937-9276-FCBF4163806C}" srcOrd="0" destOrd="0" presId="urn:microsoft.com/office/officeart/2005/8/layout/hierarchy6"/>
    <dgm:cxn modelId="{4731626A-9662-408F-8971-B44CC8042183}" type="presOf" srcId="{9D6177CB-D386-4E95-8EF8-9F19BD2C1908}" destId="{860B451A-C627-471D-8437-7D2E63A09B6F}" srcOrd="0" destOrd="0" presId="urn:microsoft.com/office/officeart/2005/8/layout/hierarchy6"/>
    <dgm:cxn modelId="{FE91336B-F40B-457A-BDD4-DAB12F31AE48}" type="presOf" srcId="{D08E37A6-83EE-4745-A33B-D1D547929AE1}" destId="{0C290FEE-3845-4AE0-B451-9101735D35D2}" srcOrd="0" destOrd="0" presId="urn:microsoft.com/office/officeart/2005/8/layout/hierarchy6"/>
    <dgm:cxn modelId="{65A44C6B-0667-468A-BA05-418DF4C4F6A5}" srcId="{E2FB5317-953B-4F0F-B30E-5F55F239710F}" destId="{6865ADCC-C9E2-4D33-84F6-B50E489DD84A}" srcOrd="0" destOrd="0" parTransId="{3C0B3061-223F-485D-B9A4-65AF7491BE94}" sibTransId="{86253BA8-D225-4FCA-AE5A-7E126CB569A1}"/>
    <dgm:cxn modelId="{007E114D-CEE9-4EF9-9B8F-533790603746}" type="presOf" srcId="{E2FB5317-953B-4F0F-B30E-5F55F239710F}" destId="{A674AA2F-A998-44FD-8013-D319B9061E49}" srcOrd="0" destOrd="0" presId="urn:microsoft.com/office/officeart/2005/8/layout/hierarchy6"/>
    <dgm:cxn modelId="{B210E44F-7D75-4495-9C88-8431F761CBDA}" type="presOf" srcId="{5812870A-AB75-43AC-976D-834C88033CE0}" destId="{9958B4B1-4A63-467F-8BE9-9D847DD7A484}" srcOrd="0" destOrd="0" presId="urn:microsoft.com/office/officeart/2005/8/layout/hierarchy6"/>
    <dgm:cxn modelId="{69548358-3862-415C-9B7A-C51623FA517D}" srcId="{52F723C7-B6E6-4C1C-A4C4-EC4ADC7A0A38}" destId="{2DE5520F-66AA-4E03-AB8A-62AB8D5263D5}" srcOrd="1" destOrd="0" parTransId="{13E823FA-6528-49CC-A136-7CC3AADD7F2C}" sibTransId="{EBC23A25-A194-4429-B870-3088BBD65C80}"/>
    <dgm:cxn modelId="{B3AB5459-A144-49D8-9FB0-96434FBA4F9F}" type="presOf" srcId="{3568DDCA-E57C-47E8-979C-AAF9C7E3AA15}" destId="{35936926-AF89-4509-B913-8D0660E1B1FA}" srcOrd="0" destOrd="0" presId="urn:microsoft.com/office/officeart/2005/8/layout/hierarchy6"/>
    <dgm:cxn modelId="{65339079-1C9F-4EB1-8731-797892319EAB}" srcId="{D08E37A6-83EE-4745-A33B-D1D547929AE1}" destId="{AB25C53C-DECB-43E2-AD37-6874259B4342}" srcOrd="1" destOrd="0" parTransId="{11CD2000-1BD9-46DC-A938-F55920EB151F}" sibTransId="{B1DB7BC4-E7D6-406C-83A9-D3F4816E46C3}"/>
    <dgm:cxn modelId="{BE0AE87A-A2E3-4C9B-91D9-F686933FF1D8}" type="presOf" srcId="{A9837CD2-980D-45DA-8A65-52480235A772}" destId="{D97C6E3A-DBBA-4FD0-8AAE-8697941BAB54}" srcOrd="0" destOrd="0" presId="urn:microsoft.com/office/officeart/2005/8/layout/hierarchy6"/>
    <dgm:cxn modelId="{2516257B-EE8A-4944-8BA9-94B1DA147D5C}" srcId="{8340052B-49E3-4740-B160-8BD734426BF5}" destId="{7F36F0EF-F96B-485B-A199-B1D2F93BF254}" srcOrd="0" destOrd="0" parTransId="{57010111-2336-49C0-991F-DC0330B0CE24}" sibTransId="{45CFF67F-4F41-4335-8F8C-A9D43B1D051E}"/>
    <dgm:cxn modelId="{5FCBBE7C-AD9B-4B97-B30A-E08875D2BB49}" type="presOf" srcId="{BB3ABBFE-DBF7-4C86-A909-A7B6CAD68C61}" destId="{EA99BD59-7EA6-484A-8A0F-F27A86B82961}" srcOrd="0" destOrd="0" presId="urn:microsoft.com/office/officeart/2005/8/layout/hierarchy6"/>
    <dgm:cxn modelId="{0A63F87C-9268-44DF-B758-C2677A2ED8D5}" srcId="{76C4DD49-C0F7-4F9A-BE04-CA08E55E64CC}" destId="{C6E2A6CD-6711-4EC6-9A96-7F35B2F7F3D1}" srcOrd="0" destOrd="0" parTransId="{36633AC7-7384-4BDD-B099-6AB601653328}" sibTransId="{B453E208-50C3-4671-B53B-1A93293FD59F}"/>
    <dgm:cxn modelId="{227E467D-7FEC-4532-98C9-058861FC6086}" srcId="{6865ADCC-C9E2-4D33-84F6-B50E489DD84A}" destId="{B612AC3A-9CE7-46E9-8F26-11F37B3D5E81}" srcOrd="0" destOrd="0" parTransId="{7067679A-4765-40C0-8AC5-216B791DD75C}" sibTransId="{02E8FBC2-913A-44AA-8820-0F139EA3608C}"/>
    <dgm:cxn modelId="{CAE7807D-C25F-46CF-8391-C28328D6A63C}" type="presOf" srcId="{D1834DD0-A1C5-4A71-A2E0-544C97991CAA}" destId="{98C4C439-54EB-44AA-AC1F-FBB0E4F141DB}" srcOrd="0" destOrd="0" presId="urn:microsoft.com/office/officeart/2005/8/layout/hierarchy6"/>
    <dgm:cxn modelId="{343CC57E-6B34-40AD-AEA7-B4543C535CBA}" srcId="{C6E2A6CD-6711-4EC6-9A96-7F35B2F7F3D1}" destId="{52F723C7-B6E6-4C1C-A4C4-EC4ADC7A0A38}" srcOrd="0" destOrd="0" parTransId="{EC151CD9-903D-4C9C-9821-AA17C995926B}" sibTransId="{0537C763-5772-4FB1-8E44-856A5A5CE5D6}"/>
    <dgm:cxn modelId="{385D9989-6A62-4625-9873-62FC2FB1E40B}" type="presOf" srcId="{11CD2000-1BD9-46DC-A938-F55920EB151F}" destId="{785CBCE9-103E-4FDD-AA08-5EF76B8B55A9}" srcOrd="0" destOrd="0" presId="urn:microsoft.com/office/officeart/2005/8/layout/hierarchy6"/>
    <dgm:cxn modelId="{76144B91-BAEF-4E9B-97C2-1D5E00D4E4E7}" type="presOf" srcId="{8340052B-49E3-4740-B160-8BD734426BF5}" destId="{78E50E62-3882-4BAE-8E35-C4CF9A204325}" srcOrd="0" destOrd="0" presId="urn:microsoft.com/office/officeart/2005/8/layout/hierarchy6"/>
    <dgm:cxn modelId="{C4801993-CC73-435F-9B97-20681E541745}" type="presOf" srcId="{57010111-2336-49C0-991F-DC0330B0CE24}" destId="{E6BFCA1F-C9D3-4430-A6D3-E9D86B460CB4}" srcOrd="0" destOrd="0" presId="urn:microsoft.com/office/officeart/2005/8/layout/hierarchy6"/>
    <dgm:cxn modelId="{2D013D9C-559D-434D-891B-EB149AA22275}" type="presOf" srcId="{EC41F9E3-5D56-4C66-A9CF-BDE9334F341D}" destId="{6B98324D-DFD7-498A-957C-9794E398369C}" srcOrd="0" destOrd="0" presId="urn:microsoft.com/office/officeart/2005/8/layout/hierarchy6"/>
    <dgm:cxn modelId="{7CABC39C-1CDA-4E8A-8981-52AE010362E6}" type="presOf" srcId="{BFFC2CD9-1448-418B-9FF1-9FA26900F481}" destId="{1C74F265-6400-4944-9D71-AE5F31BFE9BA}" srcOrd="0" destOrd="0" presId="urn:microsoft.com/office/officeart/2005/8/layout/hierarchy6"/>
    <dgm:cxn modelId="{6B0CAEA7-C903-42B3-B7A8-784A3EFDDC7A}" type="presOf" srcId="{B612AC3A-9CE7-46E9-8F26-11F37B3D5E81}" destId="{86D0789E-3C82-46AA-89A3-3D679F85F305}" srcOrd="0" destOrd="0" presId="urn:microsoft.com/office/officeart/2005/8/layout/hierarchy6"/>
    <dgm:cxn modelId="{71C7CEAA-84E9-4820-ACFB-FF21ACC2FB5A}" srcId="{52F723C7-B6E6-4C1C-A4C4-EC4ADC7A0A38}" destId="{A8BA2D8F-A8FA-45BA-AE13-49044961CE5A}" srcOrd="2" destOrd="0" parTransId="{7B66D04D-0B41-4435-8D8A-DEAEDCF22A8A}" sibTransId="{2C34A0BA-9A16-45A7-9B40-C65C88207A54}"/>
    <dgm:cxn modelId="{08BF06AD-8A67-489B-AE97-0D44F66B6F35}" srcId="{6865ADCC-C9E2-4D33-84F6-B50E489DD84A}" destId="{BFFC2CD9-1448-418B-9FF1-9FA26900F481}" srcOrd="1" destOrd="0" parTransId="{8C36E743-1CD6-4207-A037-8782F298A1AE}" sibTransId="{80050F9F-E1B5-4194-BB52-C42D368B0A22}"/>
    <dgm:cxn modelId="{3B4714AE-ED20-474D-8CEB-AE7041595517}" type="presOf" srcId="{6865ADCC-C9E2-4D33-84F6-B50E489DD84A}" destId="{56DDC6DA-E97A-4788-9CFF-864C50D6E2FC}" srcOrd="0" destOrd="0" presId="urn:microsoft.com/office/officeart/2005/8/layout/hierarchy6"/>
    <dgm:cxn modelId="{122ABBB9-DC9F-480E-A14F-8F5673D6BE84}" srcId="{8340052B-49E3-4740-B160-8BD734426BF5}" destId="{3568DDCA-E57C-47E8-979C-AAF9C7E3AA15}" srcOrd="1" destOrd="0" parTransId="{D1834DD0-A1C5-4A71-A2E0-544C97991CAA}" sibTransId="{0A0A2DE6-2138-42BF-BFB2-7725180B9E7E}"/>
    <dgm:cxn modelId="{F25704C1-D105-49E9-8172-D2A4BEB6DB11}" srcId="{D08E37A6-83EE-4745-A33B-D1D547929AE1}" destId="{EC41F9E3-5D56-4C66-A9CF-BDE9334F341D}" srcOrd="2" destOrd="0" parTransId="{9D6177CB-D386-4E95-8EF8-9F19BD2C1908}" sibTransId="{D891F2B0-083F-42DD-B780-59B022FBB6DE}"/>
    <dgm:cxn modelId="{830256C4-71ED-40A1-85F4-FA86DCB92D77}" type="presOf" srcId="{EC151CD9-903D-4C9C-9821-AA17C995926B}" destId="{1386374D-68B1-4C83-A80C-60FFA6C05D45}" srcOrd="0" destOrd="0" presId="urn:microsoft.com/office/officeart/2005/8/layout/hierarchy6"/>
    <dgm:cxn modelId="{B409CAC4-77F4-406F-B73F-1C1C996C0DD8}" type="presOf" srcId="{8C36E743-1CD6-4207-A037-8782F298A1AE}" destId="{B80F2F66-5CB6-43E1-BE50-E6403633CF71}" srcOrd="0" destOrd="0" presId="urn:microsoft.com/office/officeart/2005/8/layout/hierarchy6"/>
    <dgm:cxn modelId="{E62B00C7-99F7-4963-A212-7FA928E0E51C}" srcId="{3568DDCA-E57C-47E8-979C-AAF9C7E3AA15}" destId="{E2FB5317-953B-4F0F-B30E-5F55F239710F}" srcOrd="0" destOrd="0" parTransId="{03C6A9D0-D991-42A1-A275-09AE34815AD0}" sibTransId="{104D783A-F645-4D64-8112-CA188D36E4DF}"/>
    <dgm:cxn modelId="{FC29A0D2-EFA6-4CB3-B7B4-84BFDB54BCBD}" type="presOf" srcId="{A8BA2D8F-A8FA-45BA-AE13-49044961CE5A}" destId="{3FD3EBB7-5D46-4531-ABEB-B582A5481175}" srcOrd="0" destOrd="0" presId="urn:microsoft.com/office/officeart/2005/8/layout/hierarchy6"/>
    <dgm:cxn modelId="{6E2DABD2-732A-44C8-A042-9FC4D0A4CEEE}" srcId="{A8BA2D8F-A8FA-45BA-AE13-49044961CE5A}" destId="{8340052B-49E3-4740-B160-8BD734426BF5}" srcOrd="0" destOrd="0" parTransId="{BB3ABBFE-DBF7-4C86-A909-A7B6CAD68C61}" sibTransId="{DF4F79C0-F487-4724-BD3A-4983BED84198}"/>
    <dgm:cxn modelId="{0B738CD3-5F0E-496E-9549-72F48838BFAD}" type="presOf" srcId="{16F91ADD-A63A-4C49-9C73-5F48E78E00A7}" destId="{911A654A-09DF-4649-A6DA-02463736E037}" srcOrd="0" destOrd="0" presId="urn:microsoft.com/office/officeart/2005/8/layout/hierarchy6"/>
    <dgm:cxn modelId="{C82FEADA-38F9-4F47-BAB2-37B7F6CC652A}" type="presOf" srcId="{76C4DD49-C0F7-4F9A-BE04-CA08E55E64CC}" destId="{220B63F1-82D3-480A-A860-366DAEA4DA87}" srcOrd="0" destOrd="0" presId="urn:microsoft.com/office/officeart/2005/8/layout/hierarchy6"/>
    <dgm:cxn modelId="{C6EB0CE4-F743-4602-9E55-8F9759235907}" type="presOf" srcId="{2DE5520F-66AA-4E03-AB8A-62AB8D5263D5}" destId="{6E45450F-AC50-4D1C-937E-00E59FBDC074}" srcOrd="0" destOrd="0" presId="urn:microsoft.com/office/officeart/2005/8/layout/hierarchy6"/>
    <dgm:cxn modelId="{837596E5-3694-435B-A486-9FFC0BFD13CF}" type="presOf" srcId="{52F723C7-B6E6-4C1C-A4C4-EC4ADC7A0A38}" destId="{A7FC02C0-3DEB-47B7-84CB-67BF4CD4822D}" srcOrd="0" destOrd="0" presId="urn:microsoft.com/office/officeart/2005/8/layout/hierarchy6"/>
    <dgm:cxn modelId="{FC122EEF-2C45-410A-B535-3444B8AB99D5}" srcId="{6865ADCC-C9E2-4D33-84F6-B50E489DD84A}" destId="{A9837CD2-980D-45DA-8A65-52480235A772}" srcOrd="2" destOrd="0" parTransId="{1D7DCE52-161A-44D6-8DD2-CEC4B0960A45}" sibTransId="{B5491404-DC39-4B8A-BBEA-D65B6AC13C7F}"/>
    <dgm:cxn modelId="{E390A2F1-877A-4E8C-8093-7A6A0FCC820E}" type="presOf" srcId="{C6E2A6CD-6711-4EC6-9A96-7F35B2F7F3D1}" destId="{133E7EB5-A5D7-4D55-8EC0-EFE7F9D0F081}" srcOrd="0" destOrd="0" presId="urn:microsoft.com/office/officeart/2005/8/layout/hierarchy6"/>
    <dgm:cxn modelId="{1A05D2F6-2C21-455A-B5D5-2A4304A35379}" type="presOf" srcId="{AB25C53C-DECB-43E2-AD37-6874259B4342}" destId="{AD431B1F-9C70-4A96-8C63-064115635EC8}" srcOrd="0" destOrd="0" presId="urn:microsoft.com/office/officeart/2005/8/layout/hierarchy6"/>
    <dgm:cxn modelId="{560ECEF7-42D6-4295-82A6-EEAA687E3CC0}" srcId="{52F723C7-B6E6-4C1C-A4C4-EC4ADC7A0A38}" destId="{53AC1878-E18F-4D98-A2F0-EAF89DAAB833}" srcOrd="0" destOrd="0" parTransId="{7D8A895D-ED7C-4AB1-B680-0CA9AC535815}" sibTransId="{0D8CBC76-139A-4CCD-B8BB-B3E502CECCCA}"/>
    <dgm:cxn modelId="{F1311AF8-D673-41D3-A7B9-9F943B9D4297}" type="presOf" srcId="{7F36F0EF-F96B-485B-A199-B1D2F93BF254}" destId="{9A1A8EEF-BBBB-491B-A3B0-8B7BE4BE45B3}" srcOrd="0" destOrd="0" presId="urn:microsoft.com/office/officeart/2005/8/layout/hierarchy6"/>
    <dgm:cxn modelId="{B5E396FA-DB05-4481-BD9B-B8E395075630}" srcId="{7F36F0EF-F96B-485B-A199-B1D2F93BF254}" destId="{D08E37A6-83EE-4745-A33B-D1D547929AE1}" srcOrd="0" destOrd="0" parTransId="{5812870A-AB75-43AC-976D-834C88033CE0}" sibTransId="{F231997B-4AB3-488C-AE12-252743A67F96}"/>
    <dgm:cxn modelId="{AFBF54FD-A007-4966-A446-533DB7F65DCB}" type="presOf" srcId="{3C0B3061-223F-485D-B9A4-65AF7491BE94}" destId="{2441586D-8211-43CA-A327-D7014A5FB89C}" srcOrd="0" destOrd="0" presId="urn:microsoft.com/office/officeart/2005/8/layout/hierarchy6"/>
    <dgm:cxn modelId="{376FC331-C22C-4B72-8196-19B0B97E0197}" type="presParOf" srcId="{220B63F1-82D3-480A-A860-366DAEA4DA87}" destId="{A2B175DB-C32A-4E38-9D24-8472033562B0}" srcOrd="0" destOrd="0" presId="urn:microsoft.com/office/officeart/2005/8/layout/hierarchy6"/>
    <dgm:cxn modelId="{9F66179E-674B-4108-8957-910F3996CC1F}" type="presParOf" srcId="{A2B175DB-C32A-4E38-9D24-8472033562B0}" destId="{F7B1EA54-AD4C-49F3-A690-12C2FC680A97}" srcOrd="0" destOrd="0" presId="urn:microsoft.com/office/officeart/2005/8/layout/hierarchy6"/>
    <dgm:cxn modelId="{10619715-9C40-4D9C-BB74-E0B6F1FF87FD}" type="presParOf" srcId="{F7B1EA54-AD4C-49F3-A690-12C2FC680A97}" destId="{298876FE-CAA6-401F-9852-561C1E3EB66D}" srcOrd="0" destOrd="0" presId="urn:microsoft.com/office/officeart/2005/8/layout/hierarchy6"/>
    <dgm:cxn modelId="{E4073AB9-58C8-4601-86F9-3D9AC22548A6}" type="presParOf" srcId="{298876FE-CAA6-401F-9852-561C1E3EB66D}" destId="{133E7EB5-A5D7-4D55-8EC0-EFE7F9D0F081}" srcOrd="0" destOrd="0" presId="urn:microsoft.com/office/officeart/2005/8/layout/hierarchy6"/>
    <dgm:cxn modelId="{9823E14D-E649-490C-8364-CE55FB7CF34F}" type="presParOf" srcId="{298876FE-CAA6-401F-9852-561C1E3EB66D}" destId="{116EC0A3-5A34-44F7-8062-9BA5C5CC0ACA}" srcOrd="1" destOrd="0" presId="urn:microsoft.com/office/officeart/2005/8/layout/hierarchy6"/>
    <dgm:cxn modelId="{57C3E277-22EA-45FD-B17D-BEC0D3257689}" type="presParOf" srcId="{116EC0A3-5A34-44F7-8062-9BA5C5CC0ACA}" destId="{1386374D-68B1-4C83-A80C-60FFA6C05D45}" srcOrd="0" destOrd="0" presId="urn:microsoft.com/office/officeart/2005/8/layout/hierarchy6"/>
    <dgm:cxn modelId="{65C67632-F314-426E-AE5A-614A038761A3}" type="presParOf" srcId="{116EC0A3-5A34-44F7-8062-9BA5C5CC0ACA}" destId="{EE55F245-62BD-4B29-9FED-DDA32F98FB93}" srcOrd="1" destOrd="0" presId="urn:microsoft.com/office/officeart/2005/8/layout/hierarchy6"/>
    <dgm:cxn modelId="{3ED10C86-0A6C-4B6D-A00E-2A763835EF18}" type="presParOf" srcId="{EE55F245-62BD-4B29-9FED-DDA32F98FB93}" destId="{A7FC02C0-3DEB-47B7-84CB-67BF4CD4822D}" srcOrd="0" destOrd="0" presId="urn:microsoft.com/office/officeart/2005/8/layout/hierarchy6"/>
    <dgm:cxn modelId="{BC79C342-CDBC-483F-9209-4B5C1D98CF42}" type="presParOf" srcId="{EE55F245-62BD-4B29-9FED-DDA32F98FB93}" destId="{8BA4ECDC-2F99-4D7D-816E-31DEFC47AE57}" srcOrd="1" destOrd="0" presId="urn:microsoft.com/office/officeart/2005/8/layout/hierarchy6"/>
    <dgm:cxn modelId="{DED12C1E-92CA-4F4D-ACF4-6CFD5F2359BC}" type="presParOf" srcId="{8BA4ECDC-2F99-4D7D-816E-31DEFC47AE57}" destId="{2385015C-3352-47A4-8268-482217D1EB47}" srcOrd="0" destOrd="0" presId="urn:microsoft.com/office/officeart/2005/8/layout/hierarchy6"/>
    <dgm:cxn modelId="{967DCA16-5245-43EF-914C-7FD45C20ADA4}" type="presParOf" srcId="{8BA4ECDC-2F99-4D7D-816E-31DEFC47AE57}" destId="{392E040F-13ED-4834-B94C-95C67FF6625E}" srcOrd="1" destOrd="0" presId="urn:microsoft.com/office/officeart/2005/8/layout/hierarchy6"/>
    <dgm:cxn modelId="{5B20473C-4D78-480F-B92F-BE257AA67823}" type="presParOf" srcId="{392E040F-13ED-4834-B94C-95C67FF6625E}" destId="{CE486AF4-4D95-4F17-A19C-0669BF499A91}" srcOrd="0" destOrd="0" presId="urn:microsoft.com/office/officeart/2005/8/layout/hierarchy6"/>
    <dgm:cxn modelId="{8E55408A-0EF7-4FED-B2A1-B62C073D98EE}" type="presParOf" srcId="{392E040F-13ED-4834-B94C-95C67FF6625E}" destId="{52C190C1-3154-4832-BAB8-B26236C2C15B}" srcOrd="1" destOrd="0" presId="urn:microsoft.com/office/officeart/2005/8/layout/hierarchy6"/>
    <dgm:cxn modelId="{D4BE104D-18BA-4150-B315-987247B81C5C}" type="presParOf" srcId="{8BA4ECDC-2F99-4D7D-816E-31DEFC47AE57}" destId="{DDEBCBD8-E0E5-45F3-8955-2EEE78D8B24F}" srcOrd="2" destOrd="0" presId="urn:microsoft.com/office/officeart/2005/8/layout/hierarchy6"/>
    <dgm:cxn modelId="{D156FC1C-EEB4-49C2-9056-78882C8F6EDA}" type="presParOf" srcId="{8BA4ECDC-2F99-4D7D-816E-31DEFC47AE57}" destId="{642D394B-359B-457C-9113-860DD77A56D5}" srcOrd="3" destOrd="0" presId="urn:microsoft.com/office/officeart/2005/8/layout/hierarchy6"/>
    <dgm:cxn modelId="{7DF64922-CC4F-4F9B-8F0C-1A6CC5920783}" type="presParOf" srcId="{642D394B-359B-457C-9113-860DD77A56D5}" destId="{6E45450F-AC50-4D1C-937E-00E59FBDC074}" srcOrd="0" destOrd="0" presId="urn:microsoft.com/office/officeart/2005/8/layout/hierarchy6"/>
    <dgm:cxn modelId="{2D8C4F49-AC50-45C8-AEC8-5B04C56864ED}" type="presParOf" srcId="{642D394B-359B-457C-9113-860DD77A56D5}" destId="{EBD2991E-5EE7-40A2-B587-05CBE7534476}" srcOrd="1" destOrd="0" presId="urn:microsoft.com/office/officeart/2005/8/layout/hierarchy6"/>
    <dgm:cxn modelId="{C53C573A-FA35-422C-AE0A-9F07CE73B7B2}" type="presParOf" srcId="{8BA4ECDC-2F99-4D7D-816E-31DEFC47AE57}" destId="{0EA56B2D-B682-4DF6-93B4-5B4D22C22CCD}" srcOrd="4" destOrd="0" presId="urn:microsoft.com/office/officeart/2005/8/layout/hierarchy6"/>
    <dgm:cxn modelId="{700167CC-1158-4393-A4F7-600FAE15A564}" type="presParOf" srcId="{8BA4ECDC-2F99-4D7D-816E-31DEFC47AE57}" destId="{75DBD5B6-8C48-4905-8177-46FA1D8D2F39}" srcOrd="5" destOrd="0" presId="urn:microsoft.com/office/officeart/2005/8/layout/hierarchy6"/>
    <dgm:cxn modelId="{958C1236-DBEB-4C41-91BC-57F007BE432C}" type="presParOf" srcId="{75DBD5B6-8C48-4905-8177-46FA1D8D2F39}" destId="{3FD3EBB7-5D46-4531-ABEB-B582A5481175}" srcOrd="0" destOrd="0" presId="urn:microsoft.com/office/officeart/2005/8/layout/hierarchy6"/>
    <dgm:cxn modelId="{2D0D39C4-9547-42BB-996B-35F63EA82842}" type="presParOf" srcId="{75DBD5B6-8C48-4905-8177-46FA1D8D2F39}" destId="{24EB61C9-6658-4396-8662-CC6DB8727FD4}" srcOrd="1" destOrd="0" presId="urn:microsoft.com/office/officeart/2005/8/layout/hierarchy6"/>
    <dgm:cxn modelId="{86FC55A6-8496-4C4B-A08F-0975EC0F2E1A}" type="presParOf" srcId="{24EB61C9-6658-4396-8662-CC6DB8727FD4}" destId="{EA99BD59-7EA6-484A-8A0F-F27A86B82961}" srcOrd="0" destOrd="0" presId="urn:microsoft.com/office/officeart/2005/8/layout/hierarchy6"/>
    <dgm:cxn modelId="{C855B1D1-CC69-4093-9084-A1682CAE7D77}" type="presParOf" srcId="{24EB61C9-6658-4396-8662-CC6DB8727FD4}" destId="{D26D3512-732A-4D22-9775-F776E114798C}" srcOrd="1" destOrd="0" presId="urn:microsoft.com/office/officeart/2005/8/layout/hierarchy6"/>
    <dgm:cxn modelId="{000FBC42-54D0-4D7D-9A4D-E7FFF783B0F7}" type="presParOf" srcId="{D26D3512-732A-4D22-9775-F776E114798C}" destId="{78E50E62-3882-4BAE-8E35-C4CF9A204325}" srcOrd="0" destOrd="0" presId="urn:microsoft.com/office/officeart/2005/8/layout/hierarchy6"/>
    <dgm:cxn modelId="{73A4E237-6B18-4BA9-B4F2-E1E5B52A32BD}" type="presParOf" srcId="{D26D3512-732A-4D22-9775-F776E114798C}" destId="{80E8B44C-4DCD-4B45-A727-C3C5761894E2}" srcOrd="1" destOrd="0" presId="urn:microsoft.com/office/officeart/2005/8/layout/hierarchy6"/>
    <dgm:cxn modelId="{08EC7115-7152-4567-AA7A-72CEF9FA898B}" type="presParOf" srcId="{80E8B44C-4DCD-4B45-A727-C3C5761894E2}" destId="{E6BFCA1F-C9D3-4430-A6D3-E9D86B460CB4}" srcOrd="0" destOrd="0" presId="urn:microsoft.com/office/officeart/2005/8/layout/hierarchy6"/>
    <dgm:cxn modelId="{A6DA0E85-516E-4E63-A036-733B190FAD74}" type="presParOf" srcId="{80E8B44C-4DCD-4B45-A727-C3C5761894E2}" destId="{15AF7353-B1B0-40E9-9E9F-570538F19175}" srcOrd="1" destOrd="0" presId="urn:microsoft.com/office/officeart/2005/8/layout/hierarchy6"/>
    <dgm:cxn modelId="{AF9F8F70-E2E9-4304-BCDE-63DCA3AA934E}" type="presParOf" srcId="{15AF7353-B1B0-40E9-9E9F-570538F19175}" destId="{9A1A8EEF-BBBB-491B-A3B0-8B7BE4BE45B3}" srcOrd="0" destOrd="0" presId="urn:microsoft.com/office/officeart/2005/8/layout/hierarchy6"/>
    <dgm:cxn modelId="{A9FAAD8C-4CF6-4F0F-AA0F-C224EF7D430A}" type="presParOf" srcId="{15AF7353-B1B0-40E9-9E9F-570538F19175}" destId="{84F49384-AD78-4C9E-B5B7-F5CEB9879493}" srcOrd="1" destOrd="0" presId="urn:microsoft.com/office/officeart/2005/8/layout/hierarchy6"/>
    <dgm:cxn modelId="{51094A4D-E493-42F0-A5B3-B1F9B3C1A746}" type="presParOf" srcId="{84F49384-AD78-4C9E-B5B7-F5CEB9879493}" destId="{9958B4B1-4A63-467F-8BE9-9D847DD7A484}" srcOrd="0" destOrd="0" presId="urn:microsoft.com/office/officeart/2005/8/layout/hierarchy6"/>
    <dgm:cxn modelId="{F0D154CF-BEB1-4DC9-9B4D-64FB127AE534}" type="presParOf" srcId="{84F49384-AD78-4C9E-B5B7-F5CEB9879493}" destId="{2B13B3BF-DB2A-4024-99A4-AC968B5ED031}" srcOrd="1" destOrd="0" presId="urn:microsoft.com/office/officeart/2005/8/layout/hierarchy6"/>
    <dgm:cxn modelId="{45309140-CF6B-4D88-82D1-2A13B1DFC071}" type="presParOf" srcId="{2B13B3BF-DB2A-4024-99A4-AC968B5ED031}" destId="{0C290FEE-3845-4AE0-B451-9101735D35D2}" srcOrd="0" destOrd="0" presId="urn:microsoft.com/office/officeart/2005/8/layout/hierarchy6"/>
    <dgm:cxn modelId="{0260C1CA-1C2E-47CE-B858-195D1AC388C6}" type="presParOf" srcId="{2B13B3BF-DB2A-4024-99A4-AC968B5ED031}" destId="{226D7394-47B5-4C5D-95FE-0B1A5B48ACAC}" srcOrd="1" destOrd="0" presId="urn:microsoft.com/office/officeart/2005/8/layout/hierarchy6"/>
    <dgm:cxn modelId="{2A464F35-8D51-4020-80CA-7130E0962C97}" type="presParOf" srcId="{226D7394-47B5-4C5D-95FE-0B1A5B48ACAC}" destId="{F9359CC5-CDC5-48F7-80AB-7ADDA50AEF78}" srcOrd="0" destOrd="0" presId="urn:microsoft.com/office/officeart/2005/8/layout/hierarchy6"/>
    <dgm:cxn modelId="{76BCC2A2-71CB-4E10-9A46-093008968A24}" type="presParOf" srcId="{226D7394-47B5-4C5D-95FE-0B1A5B48ACAC}" destId="{75F993E3-D781-4DA6-917D-5E995F9E840D}" srcOrd="1" destOrd="0" presId="urn:microsoft.com/office/officeart/2005/8/layout/hierarchy6"/>
    <dgm:cxn modelId="{292C1D53-F77F-4C4F-8C3D-77A11CFF422B}" type="presParOf" srcId="{75F993E3-D781-4DA6-917D-5E995F9E840D}" destId="{911A654A-09DF-4649-A6DA-02463736E037}" srcOrd="0" destOrd="0" presId="urn:microsoft.com/office/officeart/2005/8/layout/hierarchy6"/>
    <dgm:cxn modelId="{CA74A92B-5AC1-4301-A1D3-794EF0563F6F}" type="presParOf" srcId="{75F993E3-D781-4DA6-917D-5E995F9E840D}" destId="{EED5F0F7-4A00-4445-814C-243337156213}" srcOrd="1" destOrd="0" presId="urn:microsoft.com/office/officeart/2005/8/layout/hierarchy6"/>
    <dgm:cxn modelId="{470F6FF2-3A83-42AD-A196-6D6CFB9489B6}" type="presParOf" srcId="{226D7394-47B5-4C5D-95FE-0B1A5B48ACAC}" destId="{785CBCE9-103E-4FDD-AA08-5EF76B8B55A9}" srcOrd="2" destOrd="0" presId="urn:microsoft.com/office/officeart/2005/8/layout/hierarchy6"/>
    <dgm:cxn modelId="{820744D4-C0C4-4696-81C1-8F9C3E5243B5}" type="presParOf" srcId="{226D7394-47B5-4C5D-95FE-0B1A5B48ACAC}" destId="{8D128273-5CC0-4837-80D2-20D8D83BA5A5}" srcOrd="3" destOrd="0" presId="urn:microsoft.com/office/officeart/2005/8/layout/hierarchy6"/>
    <dgm:cxn modelId="{A08C129D-CC03-400D-BD90-D55AEDCE6E04}" type="presParOf" srcId="{8D128273-5CC0-4837-80D2-20D8D83BA5A5}" destId="{AD431B1F-9C70-4A96-8C63-064115635EC8}" srcOrd="0" destOrd="0" presId="urn:microsoft.com/office/officeart/2005/8/layout/hierarchy6"/>
    <dgm:cxn modelId="{D021724D-6B60-4D5A-B2A2-BEE3EA36F841}" type="presParOf" srcId="{8D128273-5CC0-4837-80D2-20D8D83BA5A5}" destId="{570E624F-7485-4F54-8074-006AC2B0717A}" srcOrd="1" destOrd="0" presId="urn:microsoft.com/office/officeart/2005/8/layout/hierarchy6"/>
    <dgm:cxn modelId="{A1812B59-C88C-43BF-8949-001B166DC261}" type="presParOf" srcId="{226D7394-47B5-4C5D-95FE-0B1A5B48ACAC}" destId="{860B451A-C627-471D-8437-7D2E63A09B6F}" srcOrd="4" destOrd="0" presId="urn:microsoft.com/office/officeart/2005/8/layout/hierarchy6"/>
    <dgm:cxn modelId="{67FBA6A7-6022-4936-B05A-05C181A20656}" type="presParOf" srcId="{226D7394-47B5-4C5D-95FE-0B1A5B48ACAC}" destId="{99CD5B84-EA47-400E-84F6-07E9B95EC8DD}" srcOrd="5" destOrd="0" presId="urn:microsoft.com/office/officeart/2005/8/layout/hierarchy6"/>
    <dgm:cxn modelId="{02308BB3-A605-46DA-8D34-1FC6606FBF26}" type="presParOf" srcId="{99CD5B84-EA47-400E-84F6-07E9B95EC8DD}" destId="{6B98324D-DFD7-498A-957C-9794E398369C}" srcOrd="0" destOrd="0" presId="urn:microsoft.com/office/officeart/2005/8/layout/hierarchy6"/>
    <dgm:cxn modelId="{2AD3A0CF-4260-4313-827D-0F38B7EAD0DC}" type="presParOf" srcId="{99CD5B84-EA47-400E-84F6-07E9B95EC8DD}" destId="{EF1D93C2-DF50-4996-86D1-3241D8C12746}" srcOrd="1" destOrd="0" presId="urn:microsoft.com/office/officeart/2005/8/layout/hierarchy6"/>
    <dgm:cxn modelId="{3E09F29D-6B41-4D1B-ABE3-26BE013E022C}" type="presParOf" srcId="{80E8B44C-4DCD-4B45-A727-C3C5761894E2}" destId="{98C4C439-54EB-44AA-AC1F-FBB0E4F141DB}" srcOrd="2" destOrd="0" presId="urn:microsoft.com/office/officeart/2005/8/layout/hierarchy6"/>
    <dgm:cxn modelId="{666873B0-27FB-4E98-B3EE-5FBA52714B89}" type="presParOf" srcId="{80E8B44C-4DCD-4B45-A727-C3C5761894E2}" destId="{EC265A16-5056-4AC7-AC88-B59268E88847}" srcOrd="3" destOrd="0" presId="urn:microsoft.com/office/officeart/2005/8/layout/hierarchy6"/>
    <dgm:cxn modelId="{8206ED9B-6DAD-461B-AA87-EB11FA9E923F}" type="presParOf" srcId="{EC265A16-5056-4AC7-AC88-B59268E88847}" destId="{35936926-AF89-4509-B913-8D0660E1B1FA}" srcOrd="0" destOrd="0" presId="urn:microsoft.com/office/officeart/2005/8/layout/hierarchy6"/>
    <dgm:cxn modelId="{FB53A16A-5045-45B4-B5F8-36D32C83428E}" type="presParOf" srcId="{EC265A16-5056-4AC7-AC88-B59268E88847}" destId="{63B348BA-8F42-497B-8A7E-85A26FD49997}" srcOrd="1" destOrd="0" presId="urn:microsoft.com/office/officeart/2005/8/layout/hierarchy6"/>
    <dgm:cxn modelId="{B1C5CB67-0C29-4F26-8E2E-249E95783ADA}" type="presParOf" srcId="{63B348BA-8F42-497B-8A7E-85A26FD49997}" destId="{38822996-CB98-4937-9276-FCBF4163806C}" srcOrd="0" destOrd="0" presId="urn:microsoft.com/office/officeart/2005/8/layout/hierarchy6"/>
    <dgm:cxn modelId="{F4D84067-D351-4333-B00A-BDD0D4D4E7F0}" type="presParOf" srcId="{63B348BA-8F42-497B-8A7E-85A26FD49997}" destId="{36C2F318-2356-4278-8D77-230CDED12B5B}" srcOrd="1" destOrd="0" presId="urn:microsoft.com/office/officeart/2005/8/layout/hierarchy6"/>
    <dgm:cxn modelId="{F5EB8F3E-1059-4A8D-9114-09832D56E8DC}" type="presParOf" srcId="{36C2F318-2356-4278-8D77-230CDED12B5B}" destId="{A674AA2F-A998-44FD-8013-D319B9061E49}" srcOrd="0" destOrd="0" presId="urn:microsoft.com/office/officeart/2005/8/layout/hierarchy6"/>
    <dgm:cxn modelId="{936E2286-DC73-4009-BD98-BE9BA82FC0E4}" type="presParOf" srcId="{36C2F318-2356-4278-8D77-230CDED12B5B}" destId="{72AD79F6-B76B-4F71-90B6-9F14164E2413}" srcOrd="1" destOrd="0" presId="urn:microsoft.com/office/officeart/2005/8/layout/hierarchy6"/>
    <dgm:cxn modelId="{3100631F-C9DB-497F-89CA-C9E0A696AB20}" type="presParOf" srcId="{72AD79F6-B76B-4F71-90B6-9F14164E2413}" destId="{2441586D-8211-43CA-A327-D7014A5FB89C}" srcOrd="0" destOrd="0" presId="urn:microsoft.com/office/officeart/2005/8/layout/hierarchy6"/>
    <dgm:cxn modelId="{F45782B0-0D5D-41AF-9BE1-E7F0B057AFD4}" type="presParOf" srcId="{72AD79F6-B76B-4F71-90B6-9F14164E2413}" destId="{A112D392-DB69-4712-854B-25F5E977E267}" srcOrd="1" destOrd="0" presId="urn:microsoft.com/office/officeart/2005/8/layout/hierarchy6"/>
    <dgm:cxn modelId="{C108F316-7FF1-450F-80B1-725C9C00F42A}" type="presParOf" srcId="{A112D392-DB69-4712-854B-25F5E977E267}" destId="{56DDC6DA-E97A-4788-9CFF-864C50D6E2FC}" srcOrd="0" destOrd="0" presId="urn:microsoft.com/office/officeart/2005/8/layout/hierarchy6"/>
    <dgm:cxn modelId="{18996EAE-8FD3-4BB5-A438-91A50B874627}" type="presParOf" srcId="{A112D392-DB69-4712-854B-25F5E977E267}" destId="{11AE69B0-F72A-4F56-9E2C-FA071146285A}" srcOrd="1" destOrd="0" presId="urn:microsoft.com/office/officeart/2005/8/layout/hierarchy6"/>
    <dgm:cxn modelId="{95E8DA39-3C0D-4512-8E95-79485C5E9B71}" type="presParOf" srcId="{11AE69B0-F72A-4F56-9E2C-FA071146285A}" destId="{8F6E8A6E-A45F-4091-BF64-9A7705FA42D6}" srcOrd="0" destOrd="0" presId="urn:microsoft.com/office/officeart/2005/8/layout/hierarchy6"/>
    <dgm:cxn modelId="{186AD313-B6EF-45A0-85D6-8B18A0727D39}" type="presParOf" srcId="{11AE69B0-F72A-4F56-9E2C-FA071146285A}" destId="{380227C9-11CC-4D19-8B2E-8C9736FBC189}" srcOrd="1" destOrd="0" presId="urn:microsoft.com/office/officeart/2005/8/layout/hierarchy6"/>
    <dgm:cxn modelId="{36B781FA-7F7D-4D12-A102-81090150DF83}" type="presParOf" srcId="{380227C9-11CC-4D19-8B2E-8C9736FBC189}" destId="{86D0789E-3C82-46AA-89A3-3D679F85F305}" srcOrd="0" destOrd="0" presId="urn:microsoft.com/office/officeart/2005/8/layout/hierarchy6"/>
    <dgm:cxn modelId="{3EAC06ED-EA9E-41F2-AA9E-0671872D61F2}" type="presParOf" srcId="{380227C9-11CC-4D19-8B2E-8C9736FBC189}" destId="{AE222685-1BD8-452E-BBD7-985C7C3700BF}" srcOrd="1" destOrd="0" presId="urn:microsoft.com/office/officeart/2005/8/layout/hierarchy6"/>
    <dgm:cxn modelId="{3902EE45-93D3-411C-B4E2-66A483911D7D}" type="presParOf" srcId="{11AE69B0-F72A-4F56-9E2C-FA071146285A}" destId="{B80F2F66-5CB6-43E1-BE50-E6403633CF71}" srcOrd="2" destOrd="0" presId="urn:microsoft.com/office/officeart/2005/8/layout/hierarchy6"/>
    <dgm:cxn modelId="{E9AFD1DC-5DC8-4382-AFD1-CCC9C70D1341}" type="presParOf" srcId="{11AE69B0-F72A-4F56-9E2C-FA071146285A}" destId="{71FC9616-2FDE-4DA4-A07A-FB1E33E98561}" srcOrd="3" destOrd="0" presId="urn:microsoft.com/office/officeart/2005/8/layout/hierarchy6"/>
    <dgm:cxn modelId="{C89D6C05-20F9-42BC-B92B-C9A073DB920D}" type="presParOf" srcId="{71FC9616-2FDE-4DA4-A07A-FB1E33E98561}" destId="{1C74F265-6400-4944-9D71-AE5F31BFE9BA}" srcOrd="0" destOrd="0" presId="urn:microsoft.com/office/officeart/2005/8/layout/hierarchy6"/>
    <dgm:cxn modelId="{1F601F72-2E5D-4C58-9F60-A9278AD1743D}" type="presParOf" srcId="{71FC9616-2FDE-4DA4-A07A-FB1E33E98561}" destId="{7AB62A8A-02A4-4335-827F-729FF7626B4F}" srcOrd="1" destOrd="0" presId="urn:microsoft.com/office/officeart/2005/8/layout/hierarchy6"/>
    <dgm:cxn modelId="{B153E237-7D71-4743-91EF-D81C541D0A61}" type="presParOf" srcId="{11AE69B0-F72A-4F56-9E2C-FA071146285A}" destId="{BA9A967C-028D-487F-B464-4637BABEDD41}" srcOrd="4" destOrd="0" presId="urn:microsoft.com/office/officeart/2005/8/layout/hierarchy6"/>
    <dgm:cxn modelId="{F1EDA05E-BA9E-4760-8598-46078E9A5FD6}" type="presParOf" srcId="{11AE69B0-F72A-4F56-9E2C-FA071146285A}" destId="{FE8B89F9-31F4-49DE-B148-CD6530027F98}" srcOrd="5" destOrd="0" presId="urn:microsoft.com/office/officeart/2005/8/layout/hierarchy6"/>
    <dgm:cxn modelId="{EC6183AF-4ED6-4E12-B583-D0FDFC4583E4}" type="presParOf" srcId="{FE8B89F9-31F4-49DE-B148-CD6530027F98}" destId="{D97C6E3A-DBBA-4FD0-8AAE-8697941BAB54}" srcOrd="0" destOrd="0" presId="urn:microsoft.com/office/officeart/2005/8/layout/hierarchy6"/>
    <dgm:cxn modelId="{5C207242-3777-4AD9-B370-CC6112A0860B}" type="presParOf" srcId="{FE8B89F9-31F4-49DE-B148-CD6530027F98}" destId="{9179060D-7B1F-4C6F-B62E-4423A8367179}" srcOrd="1" destOrd="0" presId="urn:microsoft.com/office/officeart/2005/8/layout/hierarchy6"/>
    <dgm:cxn modelId="{889EC930-F761-4402-B067-6CFE4F7F422A}" type="presParOf" srcId="{220B63F1-82D3-480A-A860-366DAEA4DA87}" destId="{517E6A37-8C5B-4C9D-B626-B58859C3DB31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3E7EB5-A5D7-4D55-8EC0-EFE7F9D0F081}">
      <dsp:nvSpPr>
        <dsp:cNvPr id="0" name=""/>
        <dsp:cNvSpPr/>
      </dsp:nvSpPr>
      <dsp:spPr>
        <a:xfrm>
          <a:off x="4081058" y="3415"/>
          <a:ext cx="891048" cy="59403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Extract VONA Message (Time, Location and Column Height)</a:t>
          </a:r>
          <a:endParaRPr lang="en-CA" sz="800" kern="1200" dirty="0"/>
        </a:p>
      </dsp:txBody>
      <dsp:txXfrm>
        <a:off x="4098457" y="20814"/>
        <a:ext cx="856250" cy="559234"/>
      </dsp:txXfrm>
    </dsp:sp>
    <dsp:sp modelId="{1386374D-68B1-4C83-A80C-60FFA6C05D45}">
      <dsp:nvSpPr>
        <dsp:cNvPr id="0" name=""/>
        <dsp:cNvSpPr/>
      </dsp:nvSpPr>
      <dsp:spPr>
        <a:xfrm>
          <a:off x="4480862" y="597447"/>
          <a:ext cx="91440" cy="237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61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FC02C0-3DEB-47B7-84CB-67BF4CD4822D}">
      <dsp:nvSpPr>
        <dsp:cNvPr id="0" name=""/>
        <dsp:cNvSpPr/>
      </dsp:nvSpPr>
      <dsp:spPr>
        <a:xfrm>
          <a:off x="4081058" y="835060"/>
          <a:ext cx="891048" cy="59403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Extract VONA Message in real-time</a:t>
          </a:r>
          <a:endParaRPr lang="en-CA" sz="800" kern="1200" dirty="0"/>
        </a:p>
      </dsp:txBody>
      <dsp:txXfrm>
        <a:off x="4098457" y="852459"/>
        <a:ext cx="856250" cy="559234"/>
      </dsp:txXfrm>
    </dsp:sp>
    <dsp:sp modelId="{2385015C-3352-47A4-8268-482217D1EB47}">
      <dsp:nvSpPr>
        <dsp:cNvPr id="0" name=""/>
        <dsp:cNvSpPr/>
      </dsp:nvSpPr>
      <dsp:spPr>
        <a:xfrm>
          <a:off x="3368219" y="1429092"/>
          <a:ext cx="1158363" cy="237612"/>
        </a:xfrm>
        <a:custGeom>
          <a:avLst/>
          <a:gdLst/>
          <a:ahLst/>
          <a:cxnLst/>
          <a:rect l="0" t="0" r="0" b="0"/>
          <a:pathLst>
            <a:path>
              <a:moveTo>
                <a:pt x="1158363" y="0"/>
              </a:moveTo>
              <a:lnTo>
                <a:pt x="1158363" y="118806"/>
              </a:lnTo>
              <a:lnTo>
                <a:pt x="0" y="118806"/>
              </a:lnTo>
              <a:lnTo>
                <a:pt x="0" y="23761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486AF4-4D95-4F17-A19C-0669BF499A91}">
      <dsp:nvSpPr>
        <dsp:cNvPr id="0" name=""/>
        <dsp:cNvSpPr/>
      </dsp:nvSpPr>
      <dsp:spPr>
        <a:xfrm>
          <a:off x="2922694" y="1666705"/>
          <a:ext cx="891048" cy="594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Receive Plume Height from Infrasound/Satellite Team</a:t>
          </a:r>
          <a:endParaRPr lang="en-CA" sz="800" kern="1200" dirty="0"/>
        </a:p>
      </dsp:txBody>
      <dsp:txXfrm>
        <a:off x="2940093" y="1684104"/>
        <a:ext cx="856250" cy="559234"/>
      </dsp:txXfrm>
    </dsp:sp>
    <dsp:sp modelId="{DDEBCBD8-E0E5-45F3-8955-2EEE78D8B24F}">
      <dsp:nvSpPr>
        <dsp:cNvPr id="0" name=""/>
        <dsp:cNvSpPr/>
      </dsp:nvSpPr>
      <dsp:spPr>
        <a:xfrm>
          <a:off x="4480862" y="1429092"/>
          <a:ext cx="91440" cy="237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61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45450F-AC50-4D1C-937E-00E59FBDC074}">
      <dsp:nvSpPr>
        <dsp:cNvPr id="0" name=""/>
        <dsp:cNvSpPr/>
      </dsp:nvSpPr>
      <dsp:spPr>
        <a:xfrm>
          <a:off x="4081058" y="1666705"/>
          <a:ext cx="891048" cy="594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TOKYO VONA Center</a:t>
          </a:r>
          <a:endParaRPr lang="en-CA" sz="800" kern="1200" dirty="0"/>
        </a:p>
      </dsp:txBody>
      <dsp:txXfrm>
        <a:off x="4098457" y="1684104"/>
        <a:ext cx="856250" cy="559234"/>
      </dsp:txXfrm>
    </dsp:sp>
    <dsp:sp modelId="{0EA56B2D-B682-4DF6-93B4-5B4D22C22CCD}">
      <dsp:nvSpPr>
        <dsp:cNvPr id="0" name=""/>
        <dsp:cNvSpPr/>
      </dsp:nvSpPr>
      <dsp:spPr>
        <a:xfrm>
          <a:off x="4526582" y="1429092"/>
          <a:ext cx="1158363" cy="237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806"/>
              </a:lnTo>
              <a:lnTo>
                <a:pt x="1158363" y="118806"/>
              </a:lnTo>
              <a:lnTo>
                <a:pt x="1158363" y="23761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D3EBB7-5D46-4531-ABEB-B582A5481175}">
      <dsp:nvSpPr>
        <dsp:cNvPr id="0" name=""/>
        <dsp:cNvSpPr/>
      </dsp:nvSpPr>
      <dsp:spPr>
        <a:xfrm>
          <a:off x="5239421" y="1666705"/>
          <a:ext cx="891048" cy="5940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MAGMA VONA Center</a:t>
          </a:r>
          <a:endParaRPr lang="en-CA" sz="800" kern="1200" dirty="0"/>
        </a:p>
      </dsp:txBody>
      <dsp:txXfrm>
        <a:off x="5256820" y="1684104"/>
        <a:ext cx="856250" cy="559234"/>
      </dsp:txXfrm>
    </dsp:sp>
    <dsp:sp modelId="{EA99BD59-7EA6-484A-8A0F-F27A86B82961}">
      <dsp:nvSpPr>
        <dsp:cNvPr id="0" name=""/>
        <dsp:cNvSpPr/>
      </dsp:nvSpPr>
      <dsp:spPr>
        <a:xfrm>
          <a:off x="4853989" y="2260738"/>
          <a:ext cx="830956" cy="213899"/>
        </a:xfrm>
        <a:custGeom>
          <a:avLst/>
          <a:gdLst/>
          <a:ahLst/>
          <a:cxnLst/>
          <a:rect l="0" t="0" r="0" b="0"/>
          <a:pathLst>
            <a:path>
              <a:moveTo>
                <a:pt x="830956" y="0"/>
              </a:moveTo>
              <a:lnTo>
                <a:pt x="830956" y="106949"/>
              </a:lnTo>
              <a:lnTo>
                <a:pt x="0" y="106949"/>
              </a:lnTo>
              <a:lnTo>
                <a:pt x="0" y="21389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E50E62-3882-4BAE-8E35-C4CF9A204325}">
      <dsp:nvSpPr>
        <dsp:cNvPr id="0" name=""/>
        <dsp:cNvSpPr/>
      </dsp:nvSpPr>
      <dsp:spPr>
        <a:xfrm>
          <a:off x="4167552" y="2474637"/>
          <a:ext cx="1372874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Extract Time, Location and Plume Height</a:t>
          </a:r>
          <a:endParaRPr lang="en-CA" sz="800" kern="1200" dirty="0"/>
        </a:p>
      </dsp:txBody>
      <dsp:txXfrm>
        <a:off x="4184951" y="2492036"/>
        <a:ext cx="1338076" cy="559234"/>
      </dsp:txXfrm>
    </dsp:sp>
    <dsp:sp modelId="{E6BFCA1F-C9D3-4430-A6D3-E9D86B460CB4}">
      <dsp:nvSpPr>
        <dsp:cNvPr id="0" name=""/>
        <dsp:cNvSpPr/>
      </dsp:nvSpPr>
      <dsp:spPr>
        <a:xfrm>
          <a:off x="3947400" y="3068669"/>
          <a:ext cx="906588" cy="261326"/>
        </a:xfrm>
        <a:custGeom>
          <a:avLst/>
          <a:gdLst/>
          <a:ahLst/>
          <a:cxnLst/>
          <a:rect l="0" t="0" r="0" b="0"/>
          <a:pathLst>
            <a:path>
              <a:moveTo>
                <a:pt x="906588" y="0"/>
              </a:moveTo>
              <a:lnTo>
                <a:pt x="906588" y="130663"/>
              </a:lnTo>
              <a:lnTo>
                <a:pt x="0" y="130663"/>
              </a:lnTo>
              <a:lnTo>
                <a:pt x="0" y="26132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1A8EEF-BBBB-491B-A3B0-8B7BE4BE45B3}">
      <dsp:nvSpPr>
        <dsp:cNvPr id="0" name=""/>
        <dsp:cNvSpPr/>
      </dsp:nvSpPr>
      <dsp:spPr>
        <a:xfrm>
          <a:off x="3501876" y="3329996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VONA Message include Plume Height</a:t>
          </a:r>
          <a:endParaRPr lang="en-CA" sz="800" kern="1200" dirty="0"/>
        </a:p>
      </dsp:txBody>
      <dsp:txXfrm>
        <a:off x="3519275" y="3347395"/>
        <a:ext cx="856250" cy="559234"/>
      </dsp:txXfrm>
    </dsp:sp>
    <dsp:sp modelId="{9958B4B1-4A63-467F-8BE9-9D847DD7A484}">
      <dsp:nvSpPr>
        <dsp:cNvPr id="0" name=""/>
        <dsp:cNvSpPr/>
      </dsp:nvSpPr>
      <dsp:spPr>
        <a:xfrm>
          <a:off x="3901680" y="3924028"/>
          <a:ext cx="91440" cy="237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6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290FEE-3845-4AE0-B451-9101735D35D2}">
      <dsp:nvSpPr>
        <dsp:cNvPr id="0" name=""/>
        <dsp:cNvSpPr/>
      </dsp:nvSpPr>
      <dsp:spPr>
        <a:xfrm>
          <a:off x="3501876" y="4161641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 MER from Plume Height</a:t>
          </a:r>
          <a:endParaRPr lang="en-CA" sz="800" kern="1200" dirty="0"/>
        </a:p>
      </dsp:txBody>
      <dsp:txXfrm>
        <a:off x="3519275" y="4179040"/>
        <a:ext cx="856250" cy="559234"/>
      </dsp:txXfrm>
    </dsp:sp>
    <dsp:sp modelId="{F9359CC5-CDC5-48F7-80AB-7ADDA50AEF78}">
      <dsp:nvSpPr>
        <dsp:cNvPr id="0" name=""/>
        <dsp:cNvSpPr/>
      </dsp:nvSpPr>
      <dsp:spPr>
        <a:xfrm>
          <a:off x="2789037" y="4755674"/>
          <a:ext cx="1158363" cy="237612"/>
        </a:xfrm>
        <a:custGeom>
          <a:avLst/>
          <a:gdLst/>
          <a:ahLst/>
          <a:cxnLst/>
          <a:rect l="0" t="0" r="0" b="0"/>
          <a:pathLst>
            <a:path>
              <a:moveTo>
                <a:pt x="1158363" y="0"/>
              </a:moveTo>
              <a:lnTo>
                <a:pt x="1158363" y="118806"/>
              </a:lnTo>
              <a:lnTo>
                <a:pt x="0" y="118806"/>
              </a:lnTo>
              <a:lnTo>
                <a:pt x="0" y="2376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1A654A-09DF-4649-A6DA-02463736E037}">
      <dsp:nvSpPr>
        <dsp:cNvPr id="0" name=""/>
        <dsp:cNvSpPr/>
      </dsp:nvSpPr>
      <dsp:spPr>
        <a:xfrm>
          <a:off x="2343513" y="4993287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 TEM from MER</a:t>
          </a:r>
          <a:endParaRPr lang="en-CA" sz="800" kern="1200" dirty="0"/>
        </a:p>
      </dsp:txBody>
      <dsp:txXfrm>
        <a:off x="2360912" y="5010686"/>
        <a:ext cx="856250" cy="559234"/>
      </dsp:txXfrm>
    </dsp:sp>
    <dsp:sp modelId="{785CBCE9-103E-4FDD-AA08-5EF76B8B55A9}">
      <dsp:nvSpPr>
        <dsp:cNvPr id="0" name=""/>
        <dsp:cNvSpPr/>
      </dsp:nvSpPr>
      <dsp:spPr>
        <a:xfrm>
          <a:off x="3901680" y="4755674"/>
          <a:ext cx="91440" cy="237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6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431B1F-9C70-4A96-8C63-064115635EC8}">
      <dsp:nvSpPr>
        <dsp:cNvPr id="0" name=""/>
        <dsp:cNvSpPr/>
      </dsp:nvSpPr>
      <dsp:spPr>
        <a:xfrm>
          <a:off x="3501876" y="4993287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 Eruption Duration from MER</a:t>
          </a:r>
          <a:endParaRPr lang="en-CA" sz="800" kern="1200" dirty="0"/>
        </a:p>
      </dsp:txBody>
      <dsp:txXfrm>
        <a:off x="3519275" y="5010686"/>
        <a:ext cx="856250" cy="559234"/>
      </dsp:txXfrm>
    </dsp:sp>
    <dsp:sp modelId="{860B451A-C627-471D-8437-7D2E63A09B6F}">
      <dsp:nvSpPr>
        <dsp:cNvPr id="0" name=""/>
        <dsp:cNvSpPr/>
      </dsp:nvSpPr>
      <dsp:spPr>
        <a:xfrm>
          <a:off x="3947400" y="4755674"/>
          <a:ext cx="1158363" cy="237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806"/>
              </a:lnTo>
              <a:lnTo>
                <a:pt x="1158363" y="118806"/>
              </a:lnTo>
              <a:lnTo>
                <a:pt x="1158363" y="2376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98324D-DFD7-498A-957C-9794E398369C}">
      <dsp:nvSpPr>
        <dsp:cNvPr id="0" name=""/>
        <dsp:cNvSpPr/>
      </dsp:nvSpPr>
      <dsp:spPr>
        <a:xfrm>
          <a:off x="4660239" y="4993287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 Percentage of fine ash  particles from MER</a:t>
          </a:r>
          <a:endParaRPr lang="en-CA" sz="800" kern="1200" dirty="0"/>
        </a:p>
      </dsp:txBody>
      <dsp:txXfrm>
        <a:off x="4677638" y="5010686"/>
        <a:ext cx="856250" cy="559234"/>
      </dsp:txXfrm>
    </dsp:sp>
    <dsp:sp modelId="{98C4C439-54EB-44AA-AC1F-FBB0E4F141DB}">
      <dsp:nvSpPr>
        <dsp:cNvPr id="0" name=""/>
        <dsp:cNvSpPr/>
      </dsp:nvSpPr>
      <dsp:spPr>
        <a:xfrm>
          <a:off x="4853989" y="3068669"/>
          <a:ext cx="2568501" cy="2613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663"/>
              </a:lnTo>
              <a:lnTo>
                <a:pt x="2568501" y="130663"/>
              </a:lnTo>
              <a:lnTo>
                <a:pt x="2568501" y="26132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936926-AF89-4509-B913-8D0660E1B1FA}">
      <dsp:nvSpPr>
        <dsp:cNvPr id="0" name=""/>
        <dsp:cNvSpPr/>
      </dsp:nvSpPr>
      <dsp:spPr>
        <a:xfrm>
          <a:off x="6976965" y="3329996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VONA Message does not include Plume Height</a:t>
          </a:r>
          <a:endParaRPr lang="en-CA" sz="800" kern="1200" dirty="0"/>
        </a:p>
      </dsp:txBody>
      <dsp:txXfrm>
        <a:off x="6994364" y="3347395"/>
        <a:ext cx="856250" cy="559234"/>
      </dsp:txXfrm>
    </dsp:sp>
    <dsp:sp modelId="{38822996-CB98-4937-9276-FCBF4163806C}">
      <dsp:nvSpPr>
        <dsp:cNvPr id="0" name=""/>
        <dsp:cNvSpPr/>
      </dsp:nvSpPr>
      <dsp:spPr>
        <a:xfrm>
          <a:off x="7376770" y="3924028"/>
          <a:ext cx="91440" cy="237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6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74AA2F-A998-44FD-8013-D319B9061E49}">
      <dsp:nvSpPr>
        <dsp:cNvPr id="0" name=""/>
        <dsp:cNvSpPr/>
      </dsp:nvSpPr>
      <dsp:spPr>
        <a:xfrm>
          <a:off x="6976965" y="4161641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 TEM from Empirical known VEI Volumes</a:t>
          </a:r>
          <a:endParaRPr lang="en-CA" sz="800" kern="1200" dirty="0"/>
        </a:p>
      </dsp:txBody>
      <dsp:txXfrm>
        <a:off x="6994364" y="4179040"/>
        <a:ext cx="856250" cy="559234"/>
      </dsp:txXfrm>
    </dsp:sp>
    <dsp:sp modelId="{2441586D-8211-43CA-A327-D7014A5FB89C}">
      <dsp:nvSpPr>
        <dsp:cNvPr id="0" name=""/>
        <dsp:cNvSpPr/>
      </dsp:nvSpPr>
      <dsp:spPr>
        <a:xfrm>
          <a:off x="7376770" y="4755674"/>
          <a:ext cx="91440" cy="237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6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DDC6DA-E97A-4788-9CFF-864C50D6E2FC}">
      <dsp:nvSpPr>
        <dsp:cNvPr id="0" name=""/>
        <dsp:cNvSpPr/>
      </dsp:nvSpPr>
      <dsp:spPr>
        <a:xfrm>
          <a:off x="6976965" y="4993287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 MER from TEM</a:t>
          </a:r>
          <a:endParaRPr lang="en-CA" sz="800" kern="1200" dirty="0"/>
        </a:p>
      </dsp:txBody>
      <dsp:txXfrm>
        <a:off x="6994364" y="5010686"/>
        <a:ext cx="856250" cy="559234"/>
      </dsp:txXfrm>
    </dsp:sp>
    <dsp:sp modelId="{8F6E8A6E-A45F-4091-BF64-9A7705FA42D6}">
      <dsp:nvSpPr>
        <dsp:cNvPr id="0" name=""/>
        <dsp:cNvSpPr/>
      </dsp:nvSpPr>
      <dsp:spPr>
        <a:xfrm>
          <a:off x="6264127" y="5587319"/>
          <a:ext cx="1158363" cy="237612"/>
        </a:xfrm>
        <a:custGeom>
          <a:avLst/>
          <a:gdLst/>
          <a:ahLst/>
          <a:cxnLst/>
          <a:rect l="0" t="0" r="0" b="0"/>
          <a:pathLst>
            <a:path>
              <a:moveTo>
                <a:pt x="1158363" y="0"/>
              </a:moveTo>
              <a:lnTo>
                <a:pt x="1158363" y="118806"/>
              </a:lnTo>
              <a:lnTo>
                <a:pt x="0" y="118806"/>
              </a:lnTo>
              <a:lnTo>
                <a:pt x="0" y="2376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0789E-3C82-46AA-89A3-3D679F85F305}">
      <dsp:nvSpPr>
        <dsp:cNvPr id="0" name=""/>
        <dsp:cNvSpPr/>
      </dsp:nvSpPr>
      <dsp:spPr>
        <a:xfrm>
          <a:off x="5818602" y="5824932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Calculate Eruption Duration from MER and TEM</a:t>
          </a:r>
          <a:endParaRPr lang="en-CA" sz="800" kern="1200" dirty="0"/>
        </a:p>
      </dsp:txBody>
      <dsp:txXfrm>
        <a:off x="5836001" y="5842331"/>
        <a:ext cx="856250" cy="559234"/>
      </dsp:txXfrm>
    </dsp:sp>
    <dsp:sp modelId="{B80F2F66-5CB6-43E1-BE50-E6403633CF71}">
      <dsp:nvSpPr>
        <dsp:cNvPr id="0" name=""/>
        <dsp:cNvSpPr/>
      </dsp:nvSpPr>
      <dsp:spPr>
        <a:xfrm>
          <a:off x="7376770" y="5587319"/>
          <a:ext cx="91440" cy="237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6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74F265-6400-4944-9D71-AE5F31BFE9BA}">
      <dsp:nvSpPr>
        <dsp:cNvPr id="0" name=""/>
        <dsp:cNvSpPr/>
      </dsp:nvSpPr>
      <dsp:spPr>
        <a:xfrm>
          <a:off x="6976965" y="5824932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 Plume Height from MER</a:t>
          </a:r>
          <a:endParaRPr lang="en-CA" sz="800" kern="1200" dirty="0"/>
        </a:p>
      </dsp:txBody>
      <dsp:txXfrm>
        <a:off x="6994364" y="5842331"/>
        <a:ext cx="856250" cy="559234"/>
      </dsp:txXfrm>
    </dsp:sp>
    <dsp:sp modelId="{BA9A967C-028D-487F-B464-4637BABEDD41}">
      <dsp:nvSpPr>
        <dsp:cNvPr id="0" name=""/>
        <dsp:cNvSpPr/>
      </dsp:nvSpPr>
      <dsp:spPr>
        <a:xfrm>
          <a:off x="7422490" y="5587319"/>
          <a:ext cx="1158363" cy="237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806"/>
              </a:lnTo>
              <a:lnTo>
                <a:pt x="1158363" y="118806"/>
              </a:lnTo>
              <a:lnTo>
                <a:pt x="1158363" y="2376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7C6E3A-DBBA-4FD0-8AAE-8697941BAB54}">
      <dsp:nvSpPr>
        <dsp:cNvPr id="0" name=""/>
        <dsp:cNvSpPr/>
      </dsp:nvSpPr>
      <dsp:spPr>
        <a:xfrm>
          <a:off x="8135329" y="5824932"/>
          <a:ext cx="891048" cy="5940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 Percentage of fine ash  particles from MER</a:t>
          </a:r>
          <a:endParaRPr lang="en-CA" sz="800" kern="1200" dirty="0"/>
        </a:p>
      </dsp:txBody>
      <dsp:txXfrm>
        <a:off x="8152728" y="5842331"/>
        <a:ext cx="856250" cy="5592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DA21-5D5E-A653-1EF0-594DB56F0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8311E-742D-1231-E3A9-C49303DF4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5B822-72E0-890F-2D6A-6DC3455B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11199-2507-794F-5EF9-B61050E3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7ACE-1C95-B97F-7F36-CA52DD64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82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11E4-12B7-8F5B-73BC-7C2F6D95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C5343-14E3-BC8C-DA97-468CE791D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B068B-DDB6-5B47-A49D-B946E5A51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7780D-78CD-3B1E-E167-3FEADE901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6C351-5F4B-31D6-48C4-373FAF7C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613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A29C5-61F4-3567-AD4F-0C007AC3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09B50-3985-787D-E8F1-F2FE325A5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C855F-F959-040B-274D-6B5B0E31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24158-C61A-474F-42F4-1B316ECE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4D322-7755-8DF5-CAB0-18929915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62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C6A89-2B3B-CB55-E142-E59D7771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8ADDA-08BF-F8FD-76A6-F79AF3104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8CE2D-E113-E8EA-0B69-8F49A9EE4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61056-EF0C-DF69-1AC0-BA2A53662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BCD2D-DCF0-9011-11FF-08C500A1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47162-317A-8593-892F-75A3AA91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985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8124C-CBEA-7EDC-C63E-B77D40A3F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90279-2385-53B6-55B0-12EDD45B4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8ACCD-DF51-BF28-DB06-D843DC9E1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42FC3B-C4AC-034A-9D0E-783A4A740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89C18-BDDF-ED33-CEFA-C7C181BDE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FE1E2-AAE7-6B82-B995-3D42F7F9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0BE553-6C1D-0F94-964C-7795D9EC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8DE9E-BAF2-BAED-3268-93410A8C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2780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9BCCD-0DA1-75E9-22DC-37D366F7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2CDF2A-2B2C-244B-F2DA-CE46B639D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B9137-5A7D-28C0-55CC-C46DE5949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80F14-20E5-9AEE-9602-F87456CF8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0856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C5DF7-C9CB-0187-A5D8-434F87647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ED6209-5DA7-B5F8-BB09-AB2889F5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77F75-9463-245F-DCC9-713EB5D92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8806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2E71A-48E2-EE59-C08B-27CB4CBF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6E62-FE68-8DB7-6082-8BB0FEA09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BB01B-E2F1-D092-3500-3924929EF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90EFF-DCCB-0F9D-BAA9-AB1655AB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D8A62-CA32-D59F-A002-70DD5B91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5A0F6-6808-0B5D-8FF3-F3495166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753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419F7-F691-9E1F-5BF7-4A11CA8B2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FFEE3-6CDF-AF14-262B-20E07630D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9930-6954-2346-4402-3ED4C4A81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4A94E-DE24-1CEB-7777-F836F000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3E5CD-19B6-2676-E7F8-C4FD7262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5AE71-1075-3FCA-8D4C-744B4128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7543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06627-31F5-6B71-0A53-1D4A5065F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52D5D-73F3-12DB-EF8A-FDBCCA7DB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02FE9-2E62-391C-21F0-1BB88CE01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481E8-C019-673B-8CFB-E445D8DF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646E8-8F20-C10B-B587-6E0A8B0EE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406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DA15DF-231C-CE4A-7ED4-107F0A78F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9EC1E-3142-C5D5-A296-F75C9693F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8947B-B77B-9441-7966-18251C513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E1F6B-F672-FF16-90FE-9D1BED9D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503F9-94E6-3207-FCF1-AEF44495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368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097FE-A4DB-1060-64E1-FF8D84575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BCA89-4A0E-64EE-520C-72A76FA09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F380A-4C20-9C58-3EEE-F2FEAE762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46A4E-9491-4530-A236-D767E41157B1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F9F2-7E27-F400-3890-B566954D7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E4A91-274B-5D84-D237-5DA9F26F2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71FDB-CFA9-4D54-BC4C-E1024EC38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504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D38A-2280-CD14-700A-235293585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 Actions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D9159-875A-D661-68AD-D515A0CC6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25269" cy="3670106"/>
          </a:xfrm>
        </p:spPr>
        <p:txBody>
          <a:bodyPr>
            <a:normAutofit/>
          </a:bodyPr>
          <a:lstStyle/>
          <a:p>
            <a:pPr marL="342900" marR="0" lvl="0" indent="-342900" algn="just" rtl="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i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Task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Develop software to automatically launch infrasound and satellite imagery analyses using the time and location provided by a VONA (Volcano Observatory Notice for Aviation).</a:t>
            </a:r>
            <a:endParaRPr lang="en-CA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GB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Create a Python application that:</a:t>
            </a:r>
            <a:endParaRPr lang="en-CA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buSzPts val="1000"/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GB" sz="1800" b="1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Parses VONA messages to extract time and location data.</a:t>
            </a:r>
            <a:endParaRPr lang="en-CA" sz="3200" b="1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143000" marR="0" lvl="2" indent="-228600" algn="just">
              <a:buSzPts val="1000"/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GB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Triggers infrasound and satellite imagery analysis modules.</a:t>
            </a:r>
            <a:endParaRPr lang="en-CA" sz="32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i="1" u="sng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Task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Develop software to update eruption source parameter distributions based on the outputs of the infrasound and satellite imagery analyses.</a:t>
            </a:r>
            <a:endParaRPr lang="en-CA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algn="just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GB" sz="1800" b="1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GB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Enhance the Python application to update the prior distributions of eruption source parameters based on real-time analysis results (e.g., plume height, duration).</a:t>
            </a:r>
            <a:endParaRPr lang="en-CA" sz="32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034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F6798A9-E9B8-3913-EFB9-17B8B03B41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3456503"/>
              </p:ext>
            </p:extLst>
          </p:nvPr>
        </p:nvGraphicFramePr>
        <p:xfrm>
          <a:off x="237392" y="215812"/>
          <a:ext cx="11369891" cy="6422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EF665E6-BCC8-A676-41FD-C809C19EAB20}"/>
              </a:ext>
            </a:extLst>
          </p:cNvPr>
          <p:cNvCxnSpPr/>
          <p:nvPr/>
        </p:nvCxnSpPr>
        <p:spPr>
          <a:xfrm>
            <a:off x="4607169" y="2470638"/>
            <a:ext cx="0" cy="219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ACE3406-E007-A9D2-E4F6-BB47B5518D5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44262" y="3560888"/>
            <a:ext cx="2356340" cy="175844"/>
          </a:xfrm>
          <a:prstGeom prst="bentConnector3">
            <a:avLst>
              <a:gd name="adj1" fmla="val 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289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D5672F-1A4E-651D-DBB3-E6CEC8DBC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799" y="213081"/>
            <a:ext cx="6846401" cy="64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29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6302</TotalTime>
  <Words>211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Times New Roman</vt:lpstr>
      <vt:lpstr>Wingdings</vt:lpstr>
      <vt:lpstr>Office Theme</vt:lpstr>
      <vt:lpstr>Phase 2 Actions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mahmud muhammad</dc:creator>
  <cp:lastModifiedBy>mahmud muhammad</cp:lastModifiedBy>
  <cp:revision>1</cp:revision>
  <dcterms:created xsi:type="dcterms:W3CDTF">2025-02-02T21:56:49Z</dcterms:created>
  <dcterms:modified xsi:type="dcterms:W3CDTF">2025-03-01T21:30:59Z</dcterms:modified>
</cp:coreProperties>
</file>